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-499" y="-13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7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02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497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301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015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40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954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000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985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2029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2763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19EB3-9618-4DC9-9742-E69F5EF18F40}" type="datetimeFigureOut">
              <a:rPr lang="zh-TW" altLang="en-US" smtClean="0"/>
              <a:t>2023/12/16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576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9130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手繪多邊形: 圖案 10"/>
          <p:cNvSpPr/>
          <p:nvPr/>
        </p:nvSpPr>
        <p:spPr>
          <a:xfrm>
            <a:off x="1302067" y="2223770"/>
            <a:ext cx="396875" cy="180975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en-US" sz="1200" kern="1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“  “</a:t>
            </a:r>
            <a:endParaRPr lang="zh-TW" sz="1200" kern="10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手繪多邊形: 圖案 10"/>
          <p:cNvSpPr/>
          <p:nvPr/>
        </p:nvSpPr>
        <p:spPr>
          <a:xfrm>
            <a:off x="1857374" y="2223770"/>
            <a:ext cx="390525" cy="175260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 algn="ctr">
              <a:spcAft>
                <a:spcPts val="0"/>
              </a:spcAft>
            </a:pPr>
            <a:r>
              <a:rPr 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0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7" name="圓角矩形 4"/>
          <p:cNvSpPr/>
          <p:nvPr/>
        </p:nvSpPr>
        <p:spPr>
          <a:xfrm>
            <a:off x="2076388" y="3698142"/>
            <a:ext cx="415585" cy="26670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停車    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0" name="群組 49"/>
          <p:cNvGrpSpPr/>
          <p:nvPr/>
        </p:nvGrpSpPr>
        <p:grpSpPr>
          <a:xfrm>
            <a:off x="1281587" y="2639695"/>
            <a:ext cx="1804513" cy="266700"/>
            <a:chOff x="1281587" y="2639695"/>
            <a:chExt cx="1804513" cy="266700"/>
          </a:xfrm>
        </p:grpSpPr>
        <p:sp>
          <p:nvSpPr>
            <p:cNvPr id="40" name="圓角矩形 4"/>
            <p:cNvSpPr/>
            <p:nvPr/>
          </p:nvSpPr>
          <p:spPr>
            <a:xfrm>
              <a:off x="1281587" y="2639695"/>
              <a:ext cx="1804513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200" kern="100" dirty="0" err="1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EN1~EN4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1" name="手繪多邊形: 圖案 10"/>
            <p:cNvSpPr/>
            <p:nvPr/>
          </p:nvSpPr>
          <p:spPr>
            <a:xfrm>
              <a:off x="1922144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2" name="手繪多邊形: 圖案 10"/>
            <p:cNvSpPr/>
            <p:nvPr/>
          </p:nvSpPr>
          <p:spPr>
            <a:xfrm>
              <a:off x="2203130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3" name="手繪多邊形: 圖案 10"/>
            <p:cNvSpPr/>
            <p:nvPr/>
          </p:nvSpPr>
          <p:spPr>
            <a:xfrm>
              <a:off x="2484116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4" name="手繪多邊形: 圖案 10"/>
            <p:cNvSpPr/>
            <p:nvPr/>
          </p:nvSpPr>
          <p:spPr>
            <a:xfrm>
              <a:off x="2765102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手繪多邊形: 圖案 22"/>
          <p:cNvSpPr/>
          <p:nvPr/>
        </p:nvSpPr>
        <p:spPr>
          <a:xfrm>
            <a:off x="4735830" y="2171065"/>
            <a:ext cx="1706880" cy="878156"/>
          </a:xfrm>
          <a:custGeom>
            <a:avLst/>
            <a:gdLst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66099 w 1606550"/>
              <a:gd name="connsiteY13" fmla="*/ 831850 h 831850"/>
              <a:gd name="connsiteX14" fmla="*/ 0 w 1606550"/>
              <a:gd name="connsiteY14" fmla="*/ 765751 h 831850"/>
              <a:gd name="connsiteX15" fmla="*/ 0 w 1606550"/>
              <a:gd name="connsiteY15" fmla="*/ 66099 h 831850"/>
              <a:gd name="connsiteX16" fmla="*/ 66099 w 1606550"/>
              <a:gd name="connsiteY16" fmla="*/ 0 h 831850"/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190061 w 1606550"/>
              <a:gd name="connsiteY13" fmla="*/ 831215 h 831850"/>
              <a:gd name="connsiteX14" fmla="*/ 66099 w 1606550"/>
              <a:gd name="connsiteY14" fmla="*/ 831850 h 831850"/>
              <a:gd name="connsiteX15" fmla="*/ 0 w 1606550"/>
              <a:gd name="connsiteY15" fmla="*/ 765751 h 831850"/>
              <a:gd name="connsiteX16" fmla="*/ 0 w 1606550"/>
              <a:gd name="connsiteY16" fmla="*/ 66099 h 831850"/>
              <a:gd name="connsiteX17" fmla="*/ 66099 w 1606550"/>
              <a:gd name="connsiteY17" fmla="*/ 0 h 831850"/>
              <a:gd name="connsiteX0" fmla="*/ 66099 w 1606550"/>
              <a:gd name="connsiteY0" fmla="*/ 0 h 838835"/>
              <a:gd name="connsiteX1" fmla="*/ 1540451 w 1606550"/>
              <a:gd name="connsiteY1" fmla="*/ 0 h 838835"/>
              <a:gd name="connsiteX2" fmla="*/ 1606550 w 1606550"/>
              <a:gd name="connsiteY2" fmla="*/ 66099 h 838835"/>
              <a:gd name="connsiteX3" fmla="*/ 1606550 w 1606550"/>
              <a:gd name="connsiteY3" fmla="*/ 346710 h 838835"/>
              <a:gd name="connsiteX4" fmla="*/ 553720 w 1606550"/>
              <a:gd name="connsiteY4" fmla="*/ 346710 h 838835"/>
              <a:gd name="connsiteX5" fmla="*/ 263315 w 1606550"/>
              <a:gd name="connsiteY5" fmla="*/ 346710 h 838835"/>
              <a:gd name="connsiteX6" fmla="*/ 203200 w 1606550"/>
              <a:gd name="connsiteY6" fmla="*/ 406825 h 838835"/>
              <a:gd name="connsiteX7" fmla="*/ 203200 w 1606550"/>
              <a:gd name="connsiteY7" fmla="*/ 647275 h 838835"/>
              <a:gd name="connsiteX8" fmla="*/ 263315 w 1606550"/>
              <a:gd name="connsiteY8" fmla="*/ 707390 h 838835"/>
              <a:gd name="connsiteX9" fmla="*/ 533400 w 1606550"/>
              <a:gd name="connsiteY9" fmla="*/ 707390 h 838835"/>
              <a:gd name="connsiteX10" fmla="*/ 1606550 w 1606550"/>
              <a:gd name="connsiteY10" fmla="*/ 707390 h 838835"/>
              <a:gd name="connsiteX11" fmla="*/ 1606550 w 1606550"/>
              <a:gd name="connsiteY11" fmla="*/ 765751 h 838835"/>
              <a:gd name="connsiteX12" fmla="*/ 1540451 w 1606550"/>
              <a:gd name="connsiteY12" fmla="*/ 831850 h 838835"/>
              <a:gd name="connsiteX13" fmla="*/ 326330 w 1606550"/>
              <a:gd name="connsiteY13" fmla="*/ 838835 h 838835"/>
              <a:gd name="connsiteX14" fmla="*/ 190061 w 1606550"/>
              <a:gd name="connsiteY14" fmla="*/ 831215 h 838835"/>
              <a:gd name="connsiteX15" fmla="*/ 66099 w 1606550"/>
              <a:gd name="connsiteY15" fmla="*/ 831850 h 838835"/>
              <a:gd name="connsiteX16" fmla="*/ 0 w 1606550"/>
              <a:gd name="connsiteY16" fmla="*/ 765751 h 838835"/>
              <a:gd name="connsiteX17" fmla="*/ 0 w 1606550"/>
              <a:gd name="connsiteY17" fmla="*/ 66099 h 838835"/>
              <a:gd name="connsiteX18" fmla="*/ 66099 w 1606550"/>
              <a:gd name="connsiteY18" fmla="*/ 0 h 838835"/>
              <a:gd name="connsiteX0" fmla="*/ 66099 w 1606550"/>
              <a:gd name="connsiteY0" fmla="*/ 0 h 866844"/>
              <a:gd name="connsiteX1" fmla="*/ 1540451 w 1606550"/>
              <a:gd name="connsiteY1" fmla="*/ 0 h 866844"/>
              <a:gd name="connsiteX2" fmla="*/ 1606550 w 1606550"/>
              <a:gd name="connsiteY2" fmla="*/ 66099 h 866844"/>
              <a:gd name="connsiteX3" fmla="*/ 1606550 w 1606550"/>
              <a:gd name="connsiteY3" fmla="*/ 346710 h 866844"/>
              <a:gd name="connsiteX4" fmla="*/ 553720 w 1606550"/>
              <a:gd name="connsiteY4" fmla="*/ 346710 h 866844"/>
              <a:gd name="connsiteX5" fmla="*/ 263315 w 1606550"/>
              <a:gd name="connsiteY5" fmla="*/ 346710 h 866844"/>
              <a:gd name="connsiteX6" fmla="*/ 203200 w 1606550"/>
              <a:gd name="connsiteY6" fmla="*/ 406825 h 866844"/>
              <a:gd name="connsiteX7" fmla="*/ 203200 w 1606550"/>
              <a:gd name="connsiteY7" fmla="*/ 647275 h 866844"/>
              <a:gd name="connsiteX8" fmla="*/ 263315 w 1606550"/>
              <a:gd name="connsiteY8" fmla="*/ 707390 h 866844"/>
              <a:gd name="connsiteX9" fmla="*/ 533400 w 1606550"/>
              <a:gd name="connsiteY9" fmla="*/ 707390 h 866844"/>
              <a:gd name="connsiteX10" fmla="*/ 1606550 w 1606550"/>
              <a:gd name="connsiteY10" fmla="*/ 707390 h 866844"/>
              <a:gd name="connsiteX11" fmla="*/ 1606550 w 1606550"/>
              <a:gd name="connsiteY11" fmla="*/ 765751 h 866844"/>
              <a:gd name="connsiteX12" fmla="*/ 1540451 w 1606550"/>
              <a:gd name="connsiteY12" fmla="*/ 831850 h 866844"/>
              <a:gd name="connsiteX13" fmla="*/ 326330 w 1606550"/>
              <a:gd name="connsiteY13" fmla="*/ 838835 h 866844"/>
              <a:gd name="connsiteX14" fmla="*/ 190061 w 1606550"/>
              <a:gd name="connsiteY14" fmla="*/ 831215 h 866844"/>
              <a:gd name="connsiteX15" fmla="*/ 66099 w 1606550"/>
              <a:gd name="connsiteY15" fmla="*/ 831850 h 866844"/>
              <a:gd name="connsiteX16" fmla="*/ 0 w 1606550"/>
              <a:gd name="connsiteY16" fmla="*/ 765751 h 866844"/>
              <a:gd name="connsiteX17" fmla="*/ 0 w 1606550"/>
              <a:gd name="connsiteY17" fmla="*/ 66099 h 866844"/>
              <a:gd name="connsiteX18" fmla="*/ 66099 w 1606550"/>
              <a:gd name="connsiteY18" fmla="*/ 0 h 866844"/>
              <a:gd name="connsiteX0" fmla="*/ 66099 w 1606550"/>
              <a:gd name="connsiteY0" fmla="*/ 0 h 871170"/>
              <a:gd name="connsiteX1" fmla="*/ 1540451 w 1606550"/>
              <a:gd name="connsiteY1" fmla="*/ 0 h 871170"/>
              <a:gd name="connsiteX2" fmla="*/ 1606550 w 1606550"/>
              <a:gd name="connsiteY2" fmla="*/ 66099 h 871170"/>
              <a:gd name="connsiteX3" fmla="*/ 1606550 w 1606550"/>
              <a:gd name="connsiteY3" fmla="*/ 346710 h 871170"/>
              <a:gd name="connsiteX4" fmla="*/ 553720 w 1606550"/>
              <a:gd name="connsiteY4" fmla="*/ 346710 h 871170"/>
              <a:gd name="connsiteX5" fmla="*/ 263315 w 1606550"/>
              <a:gd name="connsiteY5" fmla="*/ 346710 h 871170"/>
              <a:gd name="connsiteX6" fmla="*/ 203200 w 1606550"/>
              <a:gd name="connsiteY6" fmla="*/ 406825 h 871170"/>
              <a:gd name="connsiteX7" fmla="*/ 203200 w 1606550"/>
              <a:gd name="connsiteY7" fmla="*/ 647275 h 871170"/>
              <a:gd name="connsiteX8" fmla="*/ 263315 w 1606550"/>
              <a:gd name="connsiteY8" fmla="*/ 707390 h 871170"/>
              <a:gd name="connsiteX9" fmla="*/ 533400 w 1606550"/>
              <a:gd name="connsiteY9" fmla="*/ 707390 h 871170"/>
              <a:gd name="connsiteX10" fmla="*/ 1606550 w 1606550"/>
              <a:gd name="connsiteY10" fmla="*/ 707390 h 871170"/>
              <a:gd name="connsiteX11" fmla="*/ 1606550 w 1606550"/>
              <a:gd name="connsiteY11" fmla="*/ 765751 h 871170"/>
              <a:gd name="connsiteX12" fmla="*/ 1540451 w 1606550"/>
              <a:gd name="connsiteY12" fmla="*/ 831850 h 871170"/>
              <a:gd name="connsiteX13" fmla="*/ 326330 w 1606550"/>
              <a:gd name="connsiteY13" fmla="*/ 838835 h 871170"/>
              <a:gd name="connsiteX14" fmla="*/ 190061 w 1606550"/>
              <a:gd name="connsiteY14" fmla="*/ 831215 h 871170"/>
              <a:gd name="connsiteX15" fmla="*/ 66099 w 1606550"/>
              <a:gd name="connsiteY15" fmla="*/ 831850 h 871170"/>
              <a:gd name="connsiteX16" fmla="*/ 0 w 1606550"/>
              <a:gd name="connsiteY16" fmla="*/ 765751 h 871170"/>
              <a:gd name="connsiteX17" fmla="*/ 0 w 1606550"/>
              <a:gd name="connsiteY17" fmla="*/ 66099 h 871170"/>
              <a:gd name="connsiteX18" fmla="*/ 66099 w 1606550"/>
              <a:gd name="connsiteY18" fmla="*/ 0 h 871170"/>
              <a:gd name="connsiteX0" fmla="*/ 66099 w 1606550"/>
              <a:gd name="connsiteY0" fmla="*/ 0 h 871170"/>
              <a:gd name="connsiteX1" fmla="*/ 186475 w 1606550"/>
              <a:gd name="connsiteY1" fmla="*/ 634 h 871170"/>
              <a:gd name="connsiteX2" fmla="*/ 1540451 w 1606550"/>
              <a:gd name="connsiteY2" fmla="*/ 0 h 871170"/>
              <a:gd name="connsiteX3" fmla="*/ 1606550 w 1606550"/>
              <a:gd name="connsiteY3" fmla="*/ 66099 h 871170"/>
              <a:gd name="connsiteX4" fmla="*/ 1606550 w 1606550"/>
              <a:gd name="connsiteY4" fmla="*/ 346710 h 871170"/>
              <a:gd name="connsiteX5" fmla="*/ 553720 w 1606550"/>
              <a:gd name="connsiteY5" fmla="*/ 346710 h 871170"/>
              <a:gd name="connsiteX6" fmla="*/ 263315 w 1606550"/>
              <a:gd name="connsiteY6" fmla="*/ 346710 h 871170"/>
              <a:gd name="connsiteX7" fmla="*/ 203200 w 1606550"/>
              <a:gd name="connsiteY7" fmla="*/ 406825 h 871170"/>
              <a:gd name="connsiteX8" fmla="*/ 203200 w 1606550"/>
              <a:gd name="connsiteY8" fmla="*/ 647275 h 871170"/>
              <a:gd name="connsiteX9" fmla="*/ 263315 w 1606550"/>
              <a:gd name="connsiteY9" fmla="*/ 707390 h 871170"/>
              <a:gd name="connsiteX10" fmla="*/ 533400 w 1606550"/>
              <a:gd name="connsiteY10" fmla="*/ 707390 h 871170"/>
              <a:gd name="connsiteX11" fmla="*/ 1606550 w 1606550"/>
              <a:gd name="connsiteY11" fmla="*/ 707390 h 871170"/>
              <a:gd name="connsiteX12" fmla="*/ 1606550 w 1606550"/>
              <a:gd name="connsiteY12" fmla="*/ 765751 h 871170"/>
              <a:gd name="connsiteX13" fmla="*/ 1540451 w 1606550"/>
              <a:gd name="connsiteY13" fmla="*/ 831850 h 871170"/>
              <a:gd name="connsiteX14" fmla="*/ 326330 w 1606550"/>
              <a:gd name="connsiteY14" fmla="*/ 838835 h 871170"/>
              <a:gd name="connsiteX15" fmla="*/ 190061 w 1606550"/>
              <a:gd name="connsiteY15" fmla="*/ 831215 h 871170"/>
              <a:gd name="connsiteX16" fmla="*/ 66099 w 1606550"/>
              <a:gd name="connsiteY16" fmla="*/ 831850 h 871170"/>
              <a:gd name="connsiteX17" fmla="*/ 0 w 1606550"/>
              <a:gd name="connsiteY17" fmla="*/ 765751 h 871170"/>
              <a:gd name="connsiteX18" fmla="*/ 0 w 1606550"/>
              <a:gd name="connsiteY18" fmla="*/ 66099 h 871170"/>
              <a:gd name="connsiteX19" fmla="*/ 66099 w 1606550"/>
              <a:gd name="connsiteY19" fmla="*/ 0 h 871170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606550" h="878156">
                <a:moveTo>
                  <a:pt x="66099" y="6986"/>
                </a:moveTo>
                <a:lnTo>
                  <a:pt x="186475" y="7620"/>
                </a:lnTo>
                <a:cubicBezTo>
                  <a:pt x="233093" y="46990"/>
                  <a:pt x="261782" y="67310"/>
                  <a:pt x="315572" y="0"/>
                </a:cubicBezTo>
                <a:lnTo>
                  <a:pt x="1540451" y="6986"/>
                </a:lnTo>
                <a:cubicBezTo>
                  <a:pt x="1576956" y="6986"/>
                  <a:pt x="1606550" y="36580"/>
                  <a:pt x="1606550" y="73085"/>
                </a:cubicBezTo>
                <a:lnTo>
                  <a:pt x="1606550" y="353696"/>
                </a:lnTo>
                <a:lnTo>
                  <a:pt x="553720" y="353696"/>
                </a:lnTo>
                <a:cubicBezTo>
                  <a:pt x="411198" y="475616"/>
                  <a:pt x="360117" y="353696"/>
                  <a:pt x="263315" y="353696"/>
                </a:cubicBezTo>
                <a:cubicBezTo>
                  <a:pt x="230114" y="353696"/>
                  <a:pt x="203200" y="380610"/>
                  <a:pt x="203200" y="413811"/>
                </a:cubicBezTo>
                <a:lnTo>
                  <a:pt x="203200" y="654261"/>
                </a:lnTo>
                <a:cubicBezTo>
                  <a:pt x="203200" y="687462"/>
                  <a:pt x="230114" y="714376"/>
                  <a:pt x="263315" y="714376"/>
                </a:cubicBezTo>
                <a:cubicBezTo>
                  <a:pt x="353343" y="714376"/>
                  <a:pt x="341772" y="851536"/>
                  <a:pt x="533400" y="714376"/>
                </a:cubicBezTo>
                <a:lnTo>
                  <a:pt x="1606550" y="714376"/>
                </a:lnTo>
                <a:lnTo>
                  <a:pt x="1606550" y="772737"/>
                </a:lnTo>
                <a:cubicBezTo>
                  <a:pt x="1606550" y="809242"/>
                  <a:pt x="1576956" y="838836"/>
                  <a:pt x="1540451" y="838836"/>
                </a:cubicBezTo>
                <a:lnTo>
                  <a:pt x="326330" y="845821"/>
                </a:lnTo>
                <a:cubicBezTo>
                  <a:pt x="273735" y="911861"/>
                  <a:pt x="249828" y="859791"/>
                  <a:pt x="190061" y="838201"/>
                </a:cubicBezTo>
                <a:lnTo>
                  <a:pt x="66099" y="838836"/>
                </a:lnTo>
                <a:cubicBezTo>
                  <a:pt x="29594" y="838836"/>
                  <a:pt x="0" y="809242"/>
                  <a:pt x="0" y="772737"/>
                </a:cubicBezTo>
                <a:lnTo>
                  <a:pt x="0" y="73085"/>
                </a:lnTo>
                <a:cubicBezTo>
                  <a:pt x="0" y="36580"/>
                  <a:pt x="29594" y="6986"/>
                  <a:pt x="66099" y="698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當</a:t>
            </a:r>
            <a:r>
              <a:rPr lang="zh-TW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接收</a:t>
            </a:r>
            <a:r>
              <a:rPr lang="en-US" sz="1200" kern="100" dirty="0" err="1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</a:t>
            </a:r>
            <a:r>
              <a:rPr lang="zh-TW" altLang="en-US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時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2" name="圓角矩形 48"/>
          <p:cNvSpPr/>
          <p:nvPr/>
        </p:nvSpPr>
        <p:spPr>
          <a:xfrm>
            <a:off x="3141502" y="2415540"/>
            <a:ext cx="1463041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zh-TW" altLang="en-US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altLang="zh-TW" sz="1200" kern="100" dirty="0" err="1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4" name="圓角矩形 48"/>
          <p:cNvSpPr/>
          <p:nvPr/>
        </p:nvSpPr>
        <p:spPr>
          <a:xfrm>
            <a:off x="1122279" y="4744362"/>
            <a:ext cx="954109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63500">
              <a:spcAft>
                <a:spcPts val="0"/>
              </a:spcAft>
            </a:pPr>
            <a:r>
              <a:rPr lang="zh-TW" altLang="en-US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按下簽收鈕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5" name="群組 54"/>
          <p:cNvGrpSpPr/>
          <p:nvPr/>
        </p:nvGrpSpPr>
        <p:grpSpPr>
          <a:xfrm>
            <a:off x="2811029" y="4738669"/>
            <a:ext cx="550142" cy="238125"/>
            <a:chOff x="-459817" y="0"/>
            <a:chExt cx="550713" cy="238539"/>
          </a:xfrm>
        </p:grpSpPr>
        <p:sp>
          <p:nvSpPr>
            <p:cNvPr id="59" name="圓角矩形 58"/>
            <p:cNvSpPr/>
            <p:nvPr/>
          </p:nvSpPr>
          <p:spPr>
            <a:xfrm>
              <a:off x="-459817" y="0"/>
              <a:ext cx="550713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6200">
                <a:spcAft>
                  <a:spcPts val="0"/>
                </a:spcAft>
              </a:pPr>
              <a:r>
                <a:rPr lang="en-US" sz="1200" b="1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20%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0" name="等腰三角形 59"/>
            <p:cNvSpPr/>
            <p:nvPr/>
          </p:nvSpPr>
          <p:spPr>
            <a:xfrm rot="10800000">
              <a:off x="-115805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62" name="群組 61"/>
          <p:cNvGrpSpPr/>
          <p:nvPr/>
        </p:nvGrpSpPr>
        <p:grpSpPr>
          <a:xfrm>
            <a:off x="4783772" y="3126007"/>
            <a:ext cx="452755" cy="238125"/>
            <a:chOff x="0" y="0"/>
            <a:chExt cx="453225" cy="238539"/>
          </a:xfrm>
        </p:grpSpPr>
        <p:sp>
          <p:nvSpPr>
            <p:cNvPr id="63" name="圓角矩形 62"/>
            <p:cNvSpPr/>
            <p:nvPr/>
          </p:nvSpPr>
          <p:spPr>
            <a:xfrm>
              <a:off x="0" y="0"/>
              <a:ext cx="45322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4" name="等腰三角形 63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74" name="群組 73"/>
          <p:cNvGrpSpPr/>
          <p:nvPr/>
        </p:nvGrpSpPr>
        <p:grpSpPr>
          <a:xfrm>
            <a:off x="5065391" y="3395296"/>
            <a:ext cx="3217549" cy="421640"/>
            <a:chOff x="2874641" y="3733653"/>
            <a:chExt cx="3217549" cy="421640"/>
          </a:xfrm>
        </p:grpSpPr>
        <p:sp>
          <p:nvSpPr>
            <p:cNvPr id="61" name="圓角矩形 4"/>
            <p:cNvSpPr/>
            <p:nvPr/>
          </p:nvSpPr>
          <p:spPr>
            <a:xfrm>
              <a:off x="2874641" y="3733653"/>
              <a:ext cx="3217549" cy="42164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sz="12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                  </a:t>
              </a:r>
              <a:r>
                <a:rPr lang="zh-TW" altLang="en-US" sz="12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設定為                     角度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65" name="群組 64"/>
            <p:cNvGrpSpPr/>
            <p:nvPr/>
          </p:nvGrpSpPr>
          <p:grpSpPr>
            <a:xfrm>
              <a:off x="3022917" y="3804187"/>
              <a:ext cx="1206183" cy="238125"/>
              <a:chOff x="-754210" y="0"/>
              <a:chExt cx="1207435" cy="238539"/>
            </a:xfrm>
          </p:grpSpPr>
          <p:sp>
            <p:nvSpPr>
              <p:cNvPr id="66" name="圓角矩形 65"/>
              <p:cNvSpPr/>
              <p:nvPr/>
            </p:nvSpPr>
            <p:spPr>
              <a:xfrm>
                <a:off x="-754210" y="0"/>
                <a:ext cx="1207435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貨斗伺服馬達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等腰三角形 66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  <p:grpSp>
          <p:nvGrpSpPr>
            <p:cNvPr id="71" name="群組 70"/>
            <p:cNvGrpSpPr/>
            <p:nvPr/>
          </p:nvGrpSpPr>
          <p:grpSpPr>
            <a:xfrm>
              <a:off x="4814802" y="3798374"/>
              <a:ext cx="605155" cy="238125"/>
              <a:chOff x="-152558" y="0"/>
              <a:chExt cx="605783" cy="238539"/>
            </a:xfrm>
          </p:grpSpPr>
          <p:sp>
            <p:nvSpPr>
              <p:cNvPr id="72" name="圓角矩形 71"/>
              <p:cNvSpPr/>
              <p:nvPr/>
            </p:nvSpPr>
            <p:spPr>
              <a:xfrm>
                <a:off x="-152558" y="0"/>
                <a:ext cx="605783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打開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等腰三角形 72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sp>
        <p:nvSpPr>
          <p:cNvPr id="77" name="圓角矩形 4"/>
          <p:cNvSpPr/>
          <p:nvPr/>
        </p:nvSpPr>
        <p:spPr>
          <a:xfrm>
            <a:off x="1938336" y="3312037"/>
            <a:ext cx="1310637" cy="295959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smtClean="0">
                <a:cs typeface="Times New Roman" panose="02020603050405020304" pitchFamily="18" charset="0"/>
              </a:rPr>
              <a:t>Statements</a:t>
            </a:r>
            <a:r>
              <a:rPr lang="zh-TW" altLang="en-US" sz="1200" kern="100" dirty="0" smtClean="0">
                <a:cs typeface="Times New Roman" panose="02020603050405020304" pitchFamily="18" charset="0"/>
              </a:rPr>
              <a:t>區塊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86" name="群組 85"/>
          <p:cNvGrpSpPr/>
          <p:nvPr/>
        </p:nvGrpSpPr>
        <p:grpSpPr>
          <a:xfrm>
            <a:off x="2949411" y="3908161"/>
            <a:ext cx="1128375" cy="152442"/>
            <a:chOff x="-754210" y="0"/>
            <a:chExt cx="1207435" cy="238539"/>
          </a:xfrm>
        </p:grpSpPr>
        <p:sp>
          <p:nvSpPr>
            <p:cNvPr id="90" name="圓角矩形 89"/>
            <p:cNvSpPr/>
            <p:nvPr/>
          </p:nvSpPr>
          <p:spPr>
            <a:xfrm>
              <a:off x="-754210" y="0"/>
              <a:ext cx="120743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貨斗伺服馬達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1" name="等腰三角形 90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 sz="1000"/>
            </a:p>
          </p:txBody>
        </p:sp>
      </p:grpSp>
      <p:grpSp>
        <p:nvGrpSpPr>
          <p:cNvPr id="2" name="群組 1"/>
          <p:cNvGrpSpPr/>
          <p:nvPr/>
        </p:nvGrpSpPr>
        <p:grpSpPr>
          <a:xfrm>
            <a:off x="4077786" y="3867784"/>
            <a:ext cx="2785294" cy="413020"/>
            <a:chOff x="4077786" y="3867784"/>
            <a:chExt cx="2785294" cy="413020"/>
          </a:xfrm>
        </p:grpSpPr>
        <p:sp>
          <p:nvSpPr>
            <p:cNvPr id="85" name="圓角矩形 4"/>
            <p:cNvSpPr/>
            <p:nvPr/>
          </p:nvSpPr>
          <p:spPr>
            <a:xfrm>
              <a:off x="4077786" y="3867784"/>
              <a:ext cx="278529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AI</a:t>
              </a: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識別模式切換為</a:t>
              </a: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: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2" name="群組 91"/>
            <p:cNvGrpSpPr/>
            <p:nvPr/>
          </p:nvGrpSpPr>
          <p:grpSpPr>
            <a:xfrm>
              <a:off x="5236526" y="3935730"/>
              <a:ext cx="1502997" cy="233257"/>
              <a:chOff x="-1073284" y="0"/>
              <a:chExt cx="1526510" cy="238539"/>
            </a:xfrm>
          </p:grpSpPr>
          <p:sp>
            <p:nvSpPr>
              <p:cNvPr id="93" name="圓角矩形 92"/>
              <p:cNvSpPr/>
              <p:nvPr/>
            </p:nvSpPr>
            <p:spPr>
              <a:xfrm>
                <a:off x="-1073284" y="0"/>
                <a:ext cx="152651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en-US" altLang="zh-TW" sz="1000" kern="100" dirty="0" err="1">
                    <a:cs typeface="Times New Roman" panose="02020603050405020304" pitchFamily="18" charset="0"/>
                  </a:rPr>
                  <a:t>ALGORITHM_OBJECT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4" name="等腰三角形 93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grpSp>
        <p:nvGrpSpPr>
          <p:cNvPr id="101" name="群組 100"/>
          <p:cNvGrpSpPr/>
          <p:nvPr/>
        </p:nvGrpSpPr>
        <p:grpSpPr>
          <a:xfrm>
            <a:off x="3339224" y="3418838"/>
            <a:ext cx="1591630" cy="263525"/>
            <a:chOff x="2203130" y="4497459"/>
            <a:chExt cx="1591630" cy="263525"/>
          </a:xfrm>
        </p:grpSpPr>
        <p:sp>
          <p:nvSpPr>
            <p:cNvPr id="97" name="圓角矩形 48"/>
            <p:cNvSpPr/>
            <p:nvPr/>
          </p:nvSpPr>
          <p:spPr>
            <a:xfrm>
              <a:off x="2203130" y="4497459"/>
              <a:ext cx="1591630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</a:t>
              </a:r>
              <a:r>
                <a:rPr lang="zh-TW" altLang="en-US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循跡感測被觸發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8" name="群組 97"/>
            <p:cNvGrpSpPr/>
            <p:nvPr/>
          </p:nvGrpSpPr>
          <p:grpSpPr>
            <a:xfrm>
              <a:off x="2306002" y="4510843"/>
              <a:ext cx="568639" cy="238125"/>
              <a:chOff x="-375357" y="0"/>
              <a:chExt cx="569230" cy="238539"/>
            </a:xfrm>
          </p:grpSpPr>
          <p:sp>
            <p:nvSpPr>
              <p:cNvPr id="99" name="圓角矩形 98"/>
              <p:cNvSpPr/>
              <p:nvPr/>
            </p:nvSpPr>
            <p:spPr>
              <a:xfrm>
                <a:off x="-375357" y="0"/>
                <a:ext cx="56923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6200">
                  <a:spcAft>
                    <a:spcPts val="0"/>
                  </a:spcAft>
                </a:pPr>
                <a:r>
                  <a:rPr lang="zh-TW" altLang="en-US" sz="105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前方</a:t>
                </a:r>
                <a:endParaRPr lang="zh-TW" sz="105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0" name="等腰三角形 99"/>
              <p:cNvSpPr/>
              <p:nvPr/>
            </p:nvSpPr>
            <p:spPr>
              <a:xfrm rot="10800000">
                <a:off x="-12847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110" name="群組 109"/>
          <p:cNvGrpSpPr/>
          <p:nvPr/>
        </p:nvGrpSpPr>
        <p:grpSpPr>
          <a:xfrm>
            <a:off x="4690033" y="4491548"/>
            <a:ext cx="1478357" cy="413020"/>
            <a:chOff x="4690033" y="4491548"/>
            <a:chExt cx="1478357" cy="413020"/>
          </a:xfrm>
        </p:grpSpPr>
        <p:sp>
          <p:nvSpPr>
            <p:cNvPr id="103" name="圓角矩形 4"/>
            <p:cNvSpPr/>
            <p:nvPr/>
          </p:nvSpPr>
          <p:spPr>
            <a:xfrm>
              <a:off x="4690033" y="4491548"/>
              <a:ext cx="1478357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車頭轉向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04" name="群組 103"/>
            <p:cNvGrpSpPr/>
            <p:nvPr/>
          </p:nvGrpSpPr>
          <p:grpSpPr>
            <a:xfrm>
              <a:off x="5349240" y="4551199"/>
              <a:ext cx="595754" cy="233257"/>
              <a:chOff x="-151849" y="0"/>
              <a:chExt cx="605074" cy="238539"/>
            </a:xfrm>
          </p:grpSpPr>
          <p:sp>
            <p:nvSpPr>
              <p:cNvPr id="108" name="圓角矩形 107"/>
              <p:cNvSpPr/>
              <p:nvPr/>
            </p:nvSpPr>
            <p:spPr>
              <a:xfrm>
                <a:off x="-151849" y="0"/>
                <a:ext cx="605074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 smtClean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朝下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等腰三角形 108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sp>
        <p:nvSpPr>
          <p:cNvPr id="111" name="圓角矩形 48"/>
          <p:cNvSpPr/>
          <p:nvPr/>
        </p:nvSpPr>
        <p:spPr>
          <a:xfrm>
            <a:off x="1468986" y="4289971"/>
            <a:ext cx="1515194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en-US" altLang="zh-TW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A*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演算法有找到路徑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6" name="圓角矩形 4"/>
          <p:cNvSpPr/>
          <p:nvPr/>
        </p:nvSpPr>
        <p:spPr>
          <a:xfrm>
            <a:off x="4304262" y="4951640"/>
            <a:ext cx="2435260" cy="42164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AI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鏡頭朝向</a:t>
            </a: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,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準備人臉識別收貨人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7" name="圓角矩形 48"/>
          <p:cNvSpPr/>
          <p:nvPr/>
        </p:nvSpPr>
        <p:spPr>
          <a:xfrm>
            <a:off x="7005552" y="3012977"/>
            <a:ext cx="1463040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grpSp>
        <p:nvGrpSpPr>
          <p:cNvPr id="58" name="群組 57"/>
          <p:cNvGrpSpPr/>
          <p:nvPr/>
        </p:nvGrpSpPr>
        <p:grpSpPr>
          <a:xfrm>
            <a:off x="6739522" y="4667827"/>
            <a:ext cx="1617078" cy="412750"/>
            <a:chOff x="-250803" y="0"/>
            <a:chExt cx="1617162" cy="413020"/>
          </a:xfrm>
        </p:grpSpPr>
        <p:sp>
          <p:nvSpPr>
            <p:cNvPr id="68" name="圓角矩形 4"/>
            <p:cNvSpPr/>
            <p:nvPr/>
          </p:nvSpPr>
          <p:spPr>
            <a:xfrm>
              <a:off x="-250803" y="0"/>
              <a:ext cx="1617162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sz="100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車子執行</a:t>
              </a:r>
              <a:endParaRPr lang="zh-TW" sz="1200">
                <a:effectLst/>
                <a:latin typeface="新細明體" panose="02020500000000000000" pitchFamily="18" charset="-120"/>
                <a:ea typeface="新細明體" panose="02020500000000000000" pitchFamily="18" charset="-120"/>
                <a:cs typeface="新細明體" panose="02020500000000000000" pitchFamily="18" charset="-120"/>
              </a:endParaRPr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408438" y="59651"/>
              <a:ext cx="846523" cy="233257"/>
              <a:chOff x="404515" y="59651"/>
              <a:chExt cx="859766" cy="238539"/>
            </a:xfrm>
          </p:grpSpPr>
          <p:sp>
            <p:nvSpPr>
              <p:cNvPr id="70" name="圓角矩形 69"/>
              <p:cNvSpPr/>
              <p:nvPr/>
            </p:nvSpPr>
            <p:spPr>
              <a:xfrm>
                <a:off x="404515" y="59651"/>
                <a:ext cx="859766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4135">
                  <a:spcAft>
                    <a:spcPts val="0"/>
                  </a:spcAft>
                </a:pPr>
                <a:r>
                  <a:rPr lang="zh-TW" altLang="en-US" sz="1000" dirty="0" smtClean="0">
                    <a:solidFill>
                      <a:srgbClr val="000000"/>
                    </a:solidFill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對角右進</a:t>
                </a:r>
                <a:endParaRPr lang="zh-TW" sz="1200" dirty="0">
                  <a:effectLst/>
                  <a:latin typeface="新細明體" panose="02020500000000000000" pitchFamily="18" charset="-120"/>
                  <a:ea typeface="新細明體" panose="02020500000000000000" pitchFamily="18" charset="-120"/>
                  <a:cs typeface="新細明體" panose="02020500000000000000" pitchFamily="18" charset="-120"/>
                </a:endParaRPr>
              </a:p>
            </p:txBody>
          </p:sp>
          <p:sp>
            <p:nvSpPr>
              <p:cNvPr id="75" name="等腰三角形 74"/>
              <p:cNvSpPr/>
              <p:nvPr/>
            </p:nvSpPr>
            <p:spPr>
              <a:xfrm rot="10800000">
                <a:off x="1057547" y="131213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3" name="群組 2"/>
          <p:cNvGrpSpPr/>
          <p:nvPr/>
        </p:nvGrpSpPr>
        <p:grpSpPr>
          <a:xfrm>
            <a:off x="3084004" y="4409684"/>
            <a:ext cx="800584" cy="266700"/>
            <a:chOff x="3084004" y="4409684"/>
            <a:chExt cx="800584" cy="266700"/>
          </a:xfrm>
        </p:grpSpPr>
        <p:sp>
          <p:nvSpPr>
            <p:cNvPr id="78" name="圓角矩形 4"/>
            <p:cNvSpPr/>
            <p:nvPr/>
          </p:nvSpPr>
          <p:spPr>
            <a:xfrm>
              <a:off x="3084004" y="4409684"/>
              <a:ext cx="800584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2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觸發值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79" name="手繪多邊形: 圖案 10"/>
            <p:cNvSpPr/>
            <p:nvPr/>
          </p:nvSpPr>
          <p:spPr>
            <a:xfrm>
              <a:off x="3592480" y="4449054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 smtClean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1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3723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手繪多邊形 81"/>
          <p:cNvSpPr/>
          <p:nvPr/>
        </p:nvSpPr>
        <p:spPr>
          <a:xfrm>
            <a:off x="2011362" y="1980565"/>
            <a:ext cx="1961515" cy="2876550"/>
          </a:xfrm>
          <a:custGeom>
            <a:avLst/>
            <a:gdLst>
              <a:gd name="connsiteX0" fmla="*/ 165525 w 1961515"/>
              <a:gd name="connsiteY0" fmla="*/ 2866440 h 2876550"/>
              <a:gd name="connsiteX1" fmla="*/ 169253 w 1961515"/>
              <a:gd name="connsiteY1" fmla="*/ 2868973 h 2876550"/>
              <a:gd name="connsiteX2" fmla="*/ 164084 w 1961515"/>
              <a:gd name="connsiteY2" fmla="*/ 2871363 h 2876550"/>
              <a:gd name="connsiteX3" fmla="*/ 38547 w 1961515"/>
              <a:gd name="connsiteY3" fmla="*/ 0 h 2876550"/>
              <a:gd name="connsiteX4" fmla="*/ 165474 w 1961515"/>
              <a:gd name="connsiteY4" fmla="*/ 0 h 2876550"/>
              <a:gd name="connsiteX5" fmla="*/ 1919874 w 1961515"/>
              <a:gd name="connsiteY5" fmla="*/ 0 h 2876550"/>
              <a:gd name="connsiteX6" fmla="*/ 1946148 w 1961515"/>
              <a:gd name="connsiteY6" fmla="*/ 65804 h 2876550"/>
              <a:gd name="connsiteX7" fmla="*/ 1946148 w 1961515"/>
              <a:gd name="connsiteY7" fmla="*/ 327342 h 2876550"/>
              <a:gd name="connsiteX8" fmla="*/ 1385550 w 1961515"/>
              <a:gd name="connsiteY8" fmla="*/ 327342 h 2876550"/>
              <a:gd name="connsiteX9" fmla="*/ 1136190 w 1961515"/>
              <a:gd name="connsiteY9" fmla="*/ 327342 h 2876550"/>
              <a:gd name="connsiteX10" fmla="*/ 1084570 w 1961515"/>
              <a:gd name="connsiteY10" fmla="*/ 365367 h 2876550"/>
              <a:gd name="connsiteX11" fmla="*/ 1084570 w 1961515"/>
              <a:gd name="connsiteY11" fmla="*/ 517459 h 2876550"/>
              <a:gd name="connsiteX12" fmla="*/ 1136190 w 1961515"/>
              <a:gd name="connsiteY12" fmla="*/ 555483 h 2876550"/>
              <a:gd name="connsiteX13" fmla="*/ 1368103 w 1961515"/>
              <a:gd name="connsiteY13" fmla="*/ 555483 h 2876550"/>
              <a:gd name="connsiteX14" fmla="*/ 1948235 w 1961515"/>
              <a:gd name="connsiteY14" fmla="*/ 555483 h 2876550"/>
              <a:gd name="connsiteX15" fmla="*/ 1948401 w 1961515"/>
              <a:gd name="connsiteY15" fmla="*/ 573172 h 2876550"/>
              <a:gd name="connsiteX16" fmla="*/ 1948954 w 1961515"/>
              <a:gd name="connsiteY16" fmla="*/ 632777 h 2876550"/>
              <a:gd name="connsiteX17" fmla="*/ 1385550 w 1961515"/>
              <a:gd name="connsiteY17" fmla="*/ 632777 h 2876550"/>
              <a:gd name="connsiteX18" fmla="*/ 1136190 w 1961515"/>
              <a:gd name="connsiteY18" fmla="*/ 632777 h 2876550"/>
              <a:gd name="connsiteX19" fmla="*/ 1084570 w 1961515"/>
              <a:gd name="connsiteY19" fmla="*/ 670802 h 2876550"/>
              <a:gd name="connsiteX20" fmla="*/ 1084570 w 1961515"/>
              <a:gd name="connsiteY20" fmla="*/ 822894 h 2876550"/>
              <a:gd name="connsiteX21" fmla="*/ 1136190 w 1961515"/>
              <a:gd name="connsiteY21" fmla="*/ 860918 h 2876550"/>
              <a:gd name="connsiteX22" fmla="*/ 1368103 w 1961515"/>
              <a:gd name="connsiteY22" fmla="*/ 860918 h 2876550"/>
              <a:gd name="connsiteX23" fmla="*/ 1951037 w 1961515"/>
              <a:gd name="connsiteY23" fmla="*/ 860918 h 2876550"/>
              <a:gd name="connsiteX24" fmla="*/ 1951604 w 1961515"/>
              <a:gd name="connsiteY24" fmla="*/ 925072 h 2876550"/>
              <a:gd name="connsiteX25" fmla="*/ 1199202 w 1961515"/>
              <a:gd name="connsiteY25" fmla="*/ 925072 h 2876550"/>
              <a:gd name="connsiteX26" fmla="*/ 1113181 w 1961515"/>
              <a:gd name="connsiteY26" fmla="*/ 925072 h 2876550"/>
              <a:gd name="connsiteX27" fmla="*/ 1095374 w 1961515"/>
              <a:gd name="connsiteY27" fmla="*/ 967268 h 2876550"/>
              <a:gd name="connsiteX28" fmla="*/ 1095374 w 1961515"/>
              <a:gd name="connsiteY28" fmla="*/ 1136046 h 2876550"/>
              <a:gd name="connsiteX29" fmla="*/ 1113181 w 1961515"/>
              <a:gd name="connsiteY29" fmla="*/ 1178242 h 2876550"/>
              <a:gd name="connsiteX30" fmla="*/ 1193183 w 1961515"/>
              <a:gd name="connsiteY30" fmla="*/ 1178242 h 2876550"/>
              <a:gd name="connsiteX31" fmla="*/ 1953771 w 1961515"/>
              <a:gd name="connsiteY31" fmla="*/ 1178242 h 2876550"/>
              <a:gd name="connsiteX32" fmla="*/ 1954320 w 1961515"/>
              <a:gd name="connsiteY32" fmla="*/ 1243647 h 2876550"/>
              <a:gd name="connsiteX33" fmla="*/ 1385550 w 1961515"/>
              <a:gd name="connsiteY33" fmla="*/ 1243647 h 2876550"/>
              <a:gd name="connsiteX34" fmla="*/ 1136190 w 1961515"/>
              <a:gd name="connsiteY34" fmla="*/ 1243647 h 2876550"/>
              <a:gd name="connsiteX35" fmla="*/ 1084570 w 1961515"/>
              <a:gd name="connsiteY35" fmla="*/ 1281672 h 2876550"/>
              <a:gd name="connsiteX36" fmla="*/ 1084570 w 1961515"/>
              <a:gd name="connsiteY36" fmla="*/ 1433764 h 2876550"/>
              <a:gd name="connsiteX37" fmla="*/ 1136190 w 1961515"/>
              <a:gd name="connsiteY37" fmla="*/ 1471788 h 2876550"/>
              <a:gd name="connsiteX38" fmla="*/ 1368103 w 1961515"/>
              <a:gd name="connsiteY38" fmla="*/ 1471788 h 2876550"/>
              <a:gd name="connsiteX39" fmla="*/ 1956131 w 1961515"/>
              <a:gd name="connsiteY39" fmla="*/ 1471788 h 2876550"/>
              <a:gd name="connsiteX40" fmla="*/ 1956731 w 1961515"/>
              <a:gd name="connsiteY40" fmla="*/ 1549082 h 2876550"/>
              <a:gd name="connsiteX41" fmla="*/ 1385550 w 1961515"/>
              <a:gd name="connsiteY41" fmla="*/ 1549082 h 2876550"/>
              <a:gd name="connsiteX42" fmla="*/ 1136190 w 1961515"/>
              <a:gd name="connsiteY42" fmla="*/ 1549082 h 2876550"/>
              <a:gd name="connsiteX43" fmla="*/ 1084570 w 1961515"/>
              <a:gd name="connsiteY43" fmla="*/ 1587107 h 2876550"/>
              <a:gd name="connsiteX44" fmla="*/ 1084570 w 1961515"/>
              <a:gd name="connsiteY44" fmla="*/ 1739199 h 2876550"/>
              <a:gd name="connsiteX45" fmla="*/ 1136190 w 1961515"/>
              <a:gd name="connsiteY45" fmla="*/ 1777223 h 2876550"/>
              <a:gd name="connsiteX46" fmla="*/ 1368103 w 1961515"/>
              <a:gd name="connsiteY46" fmla="*/ 1777223 h 2876550"/>
              <a:gd name="connsiteX47" fmla="*/ 1958346 w 1961515"/>
              <a:gd name="connsiteY47" fmla="*/ 1777223 h 2876550"/>
              <a:gd name="connsiteX48" fmla="*/ 1958549 w 1961515"/>
              <a:gd name="connsiteY48" fmla="*/ 1806205 h 2876550"/>
              <a:gd name="connsiteX49" fmla="*/ 1958819 w 1961515"/>
              <a:gd name="connsiteY49" fmla="*/ 1850144 h 2876550"/>
              <a:gd name="connsiteX50" fmla="*/ 1202055 w 1961515"/>
              <a:gd name="connsiteY50" fmla="*/ 1850144 h 2876550"/>
              <a:gd name="connsiteX51" fmla="*/ 1116034 w 1961515"/>
              <a:gd name="connsiteY51" fmla="*/ 1850144 h 2876550"/>
              <a:gd name="connsiteX52" fmla="*/ 1098227 w 1961515"/>
              <a:gd name="connsiteY52" fmla="*/ 1892340 h 2876550"/>
              <a:gd name="connsiteX53" fmla="*/ 1098227 w 1961515"/>
              <a:gd name="connsiteY53" fmla="*/ 2061118 h 2876550"/>
              <a:gd name="connsiteX54" fmla="*/ 1116034 w 1961515"/>
              <a:gd name="connsiteY54" fmla="*/ 2103314 h 2876550"/>
              <a:gd name="connsiteX55" fmla="*/ 1196036 w 1961515"/>
              <a:gd name="connsiteY55" fmla="*/ 2103314 h 2876550"/>
              <a:gd name="connsiteX56" fmla="*/ 1960265 w 1961515"/>
              <a:gd name="connsiteY56" fmla="*/ 2103314 h 2876550"/>
              <a:gd name="connsiteX57" fmla="*/ 1960551 w 1961515"/>
              <a:gd name="connsiteY57" fmla="*/ 2159952 h 2876550"/>
              <a:gd name="connsiteX58" fmla="*/ 1385550 w 1961515"/>
              <a:gd name="connsiteY58" fmla="*/ 2159952 h 2876550"/>
              <a:gd name="connsiteX59" fmla="*/ 1136190 w 1961515"/>
              <a:gd name="connsiteY59" fmla="*/ 2159952 h 2876550"/>
              <a:gd name="connsiteX60" fmla="*/ 1084570 w 1961515"/>
              <a:gd name="connsiteY60" fmla="*/ 2197977 h 2876550"/>
              <a:gd name="connsiteX61" fmla="*/ 1084570 w 1961515"/>
              <a:gd name="connsiteY61" fmla="*/ 2350069 h 2876550"/>
              <a:gd name="connsiteX62" fmla="*/ 1136190 w 1961515"/>
              <a:gd name="connsiteY62" fmla="*/ 2388093 h 2876550"/>
              <a:gd name="connsiteX63" fmla="*/ 1368103 w 1961515"/>
              <a:gd name="connsiteY63" fmla="*/ 2388093 h 2876550"/>
              <a:gd name="connsiteX64" fmla="*/ 1961367 w 1961515"/>
              <a:gd name="connsiteY64" fmla="*/ 2388093 h 2876550"/>
              <a:gd name="connsiteX65" fmla="*/ 1961503 w 1961515"/>
              <a:gd name="connsiteY65" fmla="*/ 2446502 h 2876550"/>
              <a:gd name="connsiteX66" fmla="*/ 1961515 w 1961515"/>
              <a:gd name="connsiteY66" fmla="*/ 2465387 h 2876550"/>
              <a:gd name="connsiteX67" fmla="*/ 1385550 w 1961515"/>
              <a:gd name="connsiteY67" fmla="*/ 2465387 h 2876550"/>
              <a:gd name="connsiteX68" fmla="*/ 1136190 w 1961515"/>
              <a:gd name="connsiteY68" fmla="*/ 2465387 h 2876550"/>
              <a:gd name="connsiteX69" fmla="*/ 1084570 w 1961515"/>
              <a:gd name="connsiteY69" fmla="*/ 2503412 h 2876550"/>
              <a:gd name="connsiteX70" fmla="*/ 1084570 w 1961515"/>
              <a:gd name="connsiteY70" fmla="*/ 2655504 h 2876550"/>
              <a:gd name="connsiteX71" fmla="*/ 1136190 w 1961515"/>
              <a:gd name="connsiteY71" fmla="*/ 2693528 h 2876550"/>
              <a:gd name="connsiteX72" fmla="*/ 1368103 w 1961515"/>
              <a:gd name="connsiteY72" fmla="*/ 2693528 h 2876550"/>
              <a:gd name="connsiteX73" fmla="*/ 1961005 w 1961515"/>
              <a:gd name="connsiteY73" fmla="*/ 2693528 h 2876550"/>
              <a:gd name="connsiteX74" fmla="*/ 1960771 w 1961515"/>
              <a:gd name="connsiteY74" fmla="*/ 2723606 h 2876550"/>
              <a:gd name="connsiteX75" fmla="*/ 1957086 w 1961515"/>
              <a:gd name="connsiteY75" fmla="*/ 2828521 h 2876550"/>
              <a:gd name="connsiteX76" fmla="*/ 206165 w 1961515"/>
              <a:gd name="connsiteY76" fmla="*/ 2779897 h 2876550"/>
              <a:gd name="connsiteX77" fmla="*/ 168635 w 1961515"/>
              <a:gd name="connsiteY77" fmla="*/ 2855823 h 2876550"/>
              <a:gd name="connsiteX78" fmla="*/ 165525 w 1961515"/>
              <a:gd name="connsiteY78" fmla="*/ 2866440 h 2876550"/>
              <a:gd name="connsiteX79" fmla="*/ 156702 w 1961515"/>
              <a:gd name="connsiteY79" fmla="*/ 2860445 h 2876550"/>
              <a:gd name="connsiteX80" fmla="*/ 125565 w 1961515"/>
              <a:gd name="connsiteY80" fmla="*/ 2726593 h 2876550"/>
              <a:gd name="connsiteX81" fmla="*/ 0 w 1961515"/>
              <a:gd name="connsiteY81" fmla="*/ 2786323 h 2876550"/>
              <a:gd name="connsiteX82" fmla="*/ 12273 w 1961515"/>
              <a:gd name="connsiteY82" fmla="*/ 65804 h 2876550"/>
              <a:gd name="connsiteX83" fmla="*/ 38547 w 1961515"/>
              <a:gd name="connsiteY83" fmla="*/ 0 h 287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1961515" h="2876550">
                <a:moveTo>
                  <a:pt x="165525" y="2866440"/>
                </a:moveTo>
                <a:lnTo>
                  <a:pt x="169253" y="2868973"/>
                </a:lnTo>
                <a:cubicBezTo>
                  <a:pt x="169160" y="2875241"/>
                  <a:pt x="162684" y="2881123"/>
                  <a:pt x="164084" y="2871363"/>
                </a:cubicBezTo>
                <a:close/>
                <a:moveTo>
                  <a:pt x="38547" y="0"/>
                </a:moveTo>
                <a:cubicBezTo>
                  <a:pt x="80857" y="0"/>
                  <a:pt x="103182" y="133458"/>
                  <a:pt x="165474" y="0"/>
                </a:cubicBezTo>
                <a:lnTo>
                  <a:pt x="1919874" y="0"/>
                </a:lnTo>
                <a:cubicBezTo>
                  <a:pt x="1934385" y="0"/>
                  <a:pt x="1946148" y="29461"/>
                  <a:pt x="1946148" y="65804"/>
                </a:cubicBezTo>
                <a:lnTo>
                  <a:pt x="1946148" y="327342"/>
                </a:lnTo>
                <a:lnTo>
                  <a:pt x="1385550" y="327342"/>
                </a:lnTo>
                <a:cubicBezTo>
                  <a:pt x="1263171" y="404460"/>
                  <a:pt x="1219310" y="327342"/>
                  <a:pt x="1136190" y="327342"/>
                </a:cubicBezTo>
                <a:cubicBezTo>
                  <a:pt x="1107680" y="327342"/>
                  <a:pt x="1084570" y="344366"/>
                  <a:pt x="1084570" y="365367"/>
                </a:cubicBezTo>
                <a:lnTo>
                  <a:pt x="1084570" y="517459"/>
                </a:lnTo>
                <a:cubicBezTo>
                  <a:pt x="1084570" y="538459"/>
                  <a:pt x="1107680" y="555483"/>
                  <a:pt x="1136190" y="555483"/>
                </a:cubicBezTo>
                <a:cubicBezTo>
                  <a:pt x="1213493" y="555483"/>
                  <a:pt x="1203557" y="642241"/>
                  <a:pt x="1368103" y="555483"/>
                </a:cubicBezTo>
                <a:lnTo>
                  <a:pt x="1948235" y="555483"/>
                </a:lnTo>
                <a:lnTo>
                  <a:pt x="1948401" y="573172"/>
                </a:lnTo>
                <a:lnTo>
                  <a:pt x="1948954" y="632777"/>
                </a:lnTo>
                <a:lnTo>
                  <a:pt x="1385550" y="632777"/>
                </a:lnTo>
                <a:cubicBezTo>
                  <a:pt x="1263171" y="709895"/>
                  <a:pt x="1219310" y="632777"/>
                  <a:pt x="1136190" y="632777"/>
                </a:cubicBezTo>
                <a:cubicBezTo>
                  <a:pt x="1107680" y="632777"/>
                  <a:pt x="1084570" y="649801"/>
                  <a:pt x="1084570" y="670802"/>
                </a:cubicBezTo>
                <a:lnTo>
                  <a:pt x="1084570" y="822894"/>
                </a:lnTo>
                <a:cubicBezTo>
                  <a:pt x="1084570" y="843894"/>
                  <a:pt x="1107680" y="860918"/>
                  <a:pt x="1136190" y="860918"/>
                </a:cubicBezTo>
                <a:cubicBezTo>
                  <a:pt x="1213493" y="860918"/>
                  <a:pt x="1203557" y="947676"/>
                  <a:pt x="1368103" y="860918"/>
                </a:cubicBezTo>
                <a:lnTo>
                  <a:pt x="1951037" y="860918"/>
                </a:lnTo>
                <a:lnTo>
                  <a:pt x="1951604" y="925072"/>
                </a:lnTo>
                <a:lnTo>
                  <a:pt x="1199202" y="925072"/>
                </a:lnTo>
                <a:cubicBezTo>
                  <a:pt x="1156985" y="1010651"/>
                  <a:pt x="1141855" y="925072"/>
                  <a:pt x="1113181" y="925072"/>
                </a:cubicBezTo>
                <a:cubicBezTo>
                  <a:pt x="1103346" y="925072"/>
                  <a:pt x="1095374" y="943964"/>
                  <a:pt x="1095374" y="967268"/>
                </a:cubicBezTo>
                <a:lnTo>
                  <a:pt x="1095374" y="1136046"/>
                </a:lnTo>
                <a:cubicBezTo>
                  <a:pt x="1095374" y="1159350"/>
                  <a:pt x="1103346" y="1178242"/>
                  <a:pt x="1113181" y="1178242"/>
                </a:cubicBezTo>
                <a:cubicBezTo>
                  <a:pt x="1139848" y="1178242"/>
                  <a:pt x="1136421" y="1274518"/>
                  <a:pt x="1193183" y="1178242"/>
                </a:cubicBezTo>
                <a:lnTo>
                  <a:pt x="1953771" y="1178242"/>
                </a:lnTo>
                <a:lnTo>
                  <a:pt x="1954320" y="1243647"/>
                </a:lnTo>
                <a:lnTo>
                  <a:pt x="1385550" y="1243647"/>
                </a:lnTo>
                <a:cubicBezTo>
                  <a:pt x="1263171" y="1320765"/>
                  <a:pt x="1219310" y="1243647"/>
                  <a:pt x="1136190" y="1243647"/>
                </a:cubicBezTo>
                <a:cubicBezTo>
                  <a:pt x="1107680" y="1243647"/>
                  <a:pt x="1084570" y="1260671"/>
                  <a:pt x="1084570" y="1281672"/>
                </a:cubicBezTo>
                <a:lnTo>
                  <a:pt x="1084570" y="1433764"/>
                </a:lnTo>
                <a:cubicBezTo>
                  <a:pt x="1084570" y="1454764"/>
                  <a:pt x="1107680" y="1471788"/>
                  <a:pt x="1136190" y="1471788"/>
                </a:cubicBezTo>
                <a:cubicBezTo>
                  <a:pt x="1213493" y="1471788"/>
                  <a:pt x="1203557" y="1558546"/>
                  <a:pt x="1368103" y="1471788"/>
                </a:cubicBezTo>
                <a:lnTo>
                  <a:pt x="1956131" y="1471788"/>
                </a:lnTo>
                <a:lnTo>
                  <a:pt x="1956731" y="1549082"/>
                </a:lnTo>
                <a:lnTo>
                  <a:pt x="1385550" y="1549082"/>
                </a:lnTo>
                <a:cubicBezTo>
                  <a:pt x="1263171" y="1626200"/>
                  <a:pt x="1219310" y="1549082"/>
                  <a:pt x="1136190" y="1549082"/>
                </a:cubicBezTo>
                <a:cubicBezTo>
                  <a:pt x="1107680" y="1549082"/>
                  <a:pt x="1084570" y="1566106"/>
                  <a:pt x="1084570" y="1587107"/>
                </a:cubicBezTo>
                <a:lnTo>
                  <a:pt x="1084570" y="1739199"/>
                </a:lnTo>
                <a:cubicBezTo>
                  <a:pt x="1084570" y="1760199"/>
                  <a:pt x="1107680" y="1777223"/>
                  <a:pt x="1136190" y="1777223"/>
                </a:cubicBezTo>
                <a:cubicBezTo>
                  <a:pt x="1213493" y="1777223"/>
                  <a:pt x="1203557" y="1863981"/>
                  <a:pt x="1368103" y="1777223"/>
                </a:cubicBezTo>
                <a:lnTo>
                  <a:pt x="1958346" y="1777223"/>
                </a:lnTo>
                <a:lnTo>
                  <a:pt x="1958549" y="1806205"/>
                </a:lnTo>
                <a:lnTo>
                  <a:pt x="1958819" y="1850144"/>
                </a:lnTo>
                <a:lnTo>
                  <a:pt x="1202055" y="1850144"/>
                </a:lnTo>
                <a:cubicBezTo>
                  <a:pt x="1159838" y="1935723"/>
                  <a:pt x="1144708" y="1850144"/>
                  <a:pt x="1116034" y="1850144"/>
                </a:cubicBezTo>
                <a:cubicBezTo>
                  <a:pt x="1106199" y="1850144"/>
                  <a:pt x="1098227" y="1869036"/>
                  <a:pt x="1098227" y="1892340"/>
                </a:cubicBezTo>
                <a:lnTo>
                  <a:pt x="1098227" y="2061118"/>
                </a:lnTo>
                <a:cubicBezTo>
                  <a:pt x="1098227" y="2084422"/>
                  <a:pt x="1106199" y="2103314"/>
                  <a:pt x="1116034" y="2103314"/>
                </a:cubicBezTo>
                <a:cubicBezTo>
                  <a:pt x="1142701" y="2103314"/>
                  <a:pt x="1139274" y="2199590"/>
                  <a:pt x="1196036" y="2103314"/>
                </a:cubicBezTo>
                <a:lnTo>
                  <a:pt x="1960265" y="2103314"/>
                </a:lnTo>
                <a:lnTo>
                  <a:pt x="1960551" y="2159952"/>
                </a:lnTo>
                <a:lnTo>
                  <a:pt x="1385550" y="2159952"/>
                </a:lnTo>
                <a:cubicBezTo>
                  <a:pt x="1263171" y="2237070"/>
                  <a:pt x="1219310" y="2159952"/>
                  <a:pt x="1136190" y="2159952"/>
                </a:cubicBezTo>
                <a:cubicBezTo>
                  <a:pt x="1107680" y="2159952"/>
                  <a:pt x="1084570" y="2176976"/>
                  <a:pt x="1084570" y="2197977"/>
                </a:cubicBezTo>
                <a:lnTo>
                  <a:pt x="1084570" y="2350069"/>
                </a:lnTo>
                <a:cubicBezTo>
                  <a:pt x="1084570" y="2371069"/>
                  <a:pt x="1107680" y="2388093"/>
                  <a:pt x="1136190" y="2388093"/>
                </a:cubicBezTo>
                <a:cubicBezTo>
                  <a:pt x="1213493" y="2388093"/>
                  <a:pt x="1203557" y="2474851"/>
                  <a:pt x="1368103" y="2388093"/>
                </a:cubicBezTo>
                <a:lnTo>
                  <a:pt x="1961367" y="2388093"/>
                </a:lnTo>
                <a:lnTo>
                  <a:pt x="1961503" y="2446502"/>
                </a:lnTo>
                <a:lnTo>
                  <a:pt x="1961515" y="2465387"/>
                </a:lnTo>
                <a:lnTo>
                  <a:pt x="1385550" y="2465387"/>
                </a:lnTo>
                <a:cubicBezTo>
                  <a:pt x="1263171" y="2542505"/>
                  <a:pt x="1219310" y="2465387"/>
                  <a:pt x="1136190" y="2465387"/>
                </a:cubicBezTo>
                <a:cubicBezTo>
                  <a:pt x="1107680" y="2465387"/>
                  <a:pt x="1084570" y="2482411"/>
                  <a:pt x="1084570" y="2503412"/>
                </a:cubicBezTo>
                <a:lnTo>
                  <a:pt x="1084570" y="2655504"/>
                </a:lnTo>
                <a:cubicBezTo>
                  <a:pt x="1084570" y="2676504"/>
                  <a:pt x="1107680" y="2693528"/>
                  <a:pt x="1136190" y="2693528"/>
                </a:cubicBezTo>
                <a:cubicBezTo>
                  <a:pt x="1213493" y="2693528"/>
                  <a:pt x="1203557" y="2780286"/>
                  <a:pt x="1368103" y="2693528"/>
                </a:cubicBezTo>
                <a:lnTo>
                  <a:pt x="1961005" y="2693528"/>
                </a:lnTo>
                <a:lnTo>
                  <a:pt x="1960771" y="2723606"/>
                </a:lnTo>
                <a:cubicBezTo>
                  <a:pt x="1960078" y="2790413"/>
                  <a:pt x="1958891" y="2828521"/>
                  <a:pt x="1957086" y="2828521"/>
                </a:cubicBezTo>
                <a:lnTo>
                  <a:pt x="206165" y="2779897"/>
                </a:lnTo>
                <a:cubicBezTo>
                  <a:pt x="185226" y="2817432"/>
                  <a:pt x="174124" y="2841234"/>
                  <a:pt x="168635" y="2855823"/>
                </a:cubicBezTo>
                <a:lnTo>
                  <a:pt x="165525" y="2866440"/>
                </a:lnTo>
                <a:lnTo>
                  <a:pt x="156702" y="2860445"/>
                </a:lnTo>
                <a:cubicBezTo>
                  <a:pt x="128207" y="2895047"/>
                  <a:pt x="144152" y="2735326"/>
                  <a:pt x="125565" y="2726593"/>
                </a:cubicBezTo>
                <a:cubicBezTo>
                  <a:pt x="106978" y="2717860"/>
                  <a:pt x="145391" y="2771253"/>
                  <a:pt x="0" y="2786323"/>
                </a:cubicBezTo>
                <a:lnTo>
                  <a:pt x="12273" y="65804"/>
                </a:lnTo>
                <a:cubicBezTo>
                  <a:pt x="12273" y="29461"/>
                  <a:pt x="24037" y="0"/>
                  <a:pt x="38547" y="0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sz="1200" kern="1200" dirty="0" err="1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sz="120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小車模組</a:t>
            </a:r>
            <a:r>
              <a:rPr lang="en-US" sz="120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Mega</a:t>
            </a:r>
            <a:r>
              <a:rPr lang="zh-TW" sz="120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zh-TW" sz="12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sz="1000" kern="1200" dirty="0" err="1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UART</a:t>
            </a:r>
            <a:r>
              <a:rPr lang="zh-TW" sz="100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通訊</a:t>
            </a:r>
            <a:endParaRPr lang="zh-TW" sz="12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sz="105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循跡感測</a:t>
            </a:r>
            <a:endParaRPr lang="zh-TW" sz="12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sz="105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循跡觸發值</a:t>
            </a:r>
            <a:endParaRPr lang="zh-TW" sz="12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sz="105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貨斗伺服馬達</a:t>
            </a:r>
            <a:endParaRPr lang="zh-TW" sz="12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sz="105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AI</a:t>
            </a:r>
            <a:r>
              <a:rPr lang="zh-TW" sz="105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鏡頭伺服馬達</a:t>
            </a:r>
            <a:endParaRPr lang="zh-TW" sz="12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sz="105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簽收鈕腳位</a:t>
            </a:r>
            <a:endParaRPr lang="zh-TW" sz="12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sz="1050" kern="1200" dirty="0" err="1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L298N</a:t>
            </a:r>
            <a:r>
              <a:rPr lang="zh-TW" sz="105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馬達腳位</a:t>
            </a:r>
            <a:endParaRPr lang="zh-TW" sz="12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sz="1050" kern="1200" dirty="0" err="1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L298N</a:t>
            </a:r>
            <a:r>
              <a:rPr lang="zh-TW" sz="1000" kern="12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使能腳位</a:t>
            </a:r>
            <a:endParaRPr lang="zh-TW" sz="12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8463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417</TotalTime>
  <Words>118</Words>
  <Application>Microsoft Office PowerPoint</Application>
  <PresentationFormat>寬螢幕</PresentationFormat>
  <Paragraphs>39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Times New Roman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AMANI</dc:creator>
  <cp:lastModifiedBy>AMANI</cp:lastModifiedBy>
  <cp:revision>21</cp:revision>
  <dcterms:created xsi:type="dcterms:W3CDTF">2023-12-14T09:26:15Z</dcterms:created>
  <dcterms:modified xsi:type="dcterms:W3CDTF">2023-12-16T09:17:21Z</dcterms:modified>
</cp:coreProperties>
</file>