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24" y="-3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 smtClean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3" name="群組 52"/>
          <p:cNvGrpSpPr/>
          <p:nvPr/>
        </p:nvGrpSpPr>
        <p:grpSpPr>
          <a:xfrm>
            <a:off x="1122279" y="4744362"/>
            <a:ext cx="1331361" cy="263525"/>
            <a:chOff x="0" y="0"/>
            <a:chExt cx="1331361" cy="263525"/>
          </a:xfrm>
        </p:grpSpPr>
        <p:sp>
          <p:nvSpPr>
            <p:cNvPr id="54" name="圓角矩形 48"/>
            <p:cNvSpPr/>
            <p:nvPr/>
          </p:nvSpPr>
          <p:spPr>
            <a:xfrm>
              <a:off x="0" y="0"/>
              <a:ext cx="1331361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電量低於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55" name="群組 54"/>
            <p:cNvGrpSpPr/>
            <p:nvPr/>
          </p:nvGrpSpPr>
          <p:grpSpPr>
            <a:xfrm>
              <a:off x="702712" y="12700"/>
              <a:ext cx="550142" cy="238125"/>
              <a:chOff x="-459817" y="0"/>
              <a:chExt cx="550713" cy="238539"/>
            </a:xfrm>
          </p:grpSpPr>
          <p:sp>
            <p:nvSpPr>
              <p:cNvPr id="59" name="圓角矩形 58"/>
              <p:cNvSpPr/>
              <p:nvPr/>
            </p:nvSpPr>
            <p:spPr>
              <a:xfrm>
                <a:off x="-459817" y="0"/>
                <a:ext cx="55071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en-US" sz="1200" b="1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20%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0" name="等腰三角形 59"/>
              <p:cNvSpPr/>
              <p:nvPr/>
            </p:nvSpPr>
            <p:spPr>
              <a:xfrm rot="10800000">
                <a:off x="-115805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儲存收件人陣列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95" name="群組 94"/>
          <p:cNvGrpSpPr/>
          <p:nvPr/>
        </p:nvGrpSpPr>
        <p:grpSpPr>
          <a:xfrm>
            <a:off x="4642500" y="3867784"/>
            <a:ext cx="3221340" cy="413020"/>
            <a:chOff x="2767980" y="4235180"/>
            <a:chExt cx="3057510" cy="269924"/>
          </a:xfrm>
        </p:grpSpPr>
        <p:sp>
          <p:nvSpPr>
            <p:cNvPr id="85" name="圓角矩形 4"/>
            <p:cNvSpPr/>
            <p:nvPr/>
          </p:nvSpPr>
          <p:spPr>
            <a:xfrm>
              <a:off x="2767980" y="4235180"/>
              <a:ext cx="3057510" cy="269924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開始</a:t>
              </a: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A*</a:t>
              </a: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路徑規劃</a:t>
              </a: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起點                          終點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87" name="群組 86"/>
            <p:cNvGrpSpPr/>
            <p:nvPr/>
          </p:nvGrpSpPr>
          <p:grpSpPr>
            <a:xfrm>
              <a:off x="4077786" y="4277537"/>
              <a:ext cx="667144" cy="152442"/>
              <a:chOff x="-260662" y="0"/>
              <a:chExt cx="713887" cy="238539"/>
            </a:xfrm>
          </p:grpSpPr>
          <p:sp>
            <p:nvSpPr>
              <p:cNvPr id="88" name="圓角矩形 87"/>
              <p:cNvSpPr/>
              <p:nvPr/>
            </p:nvSpPr>
            <p:spPr>
              <a:xfrm>
                <a:off x="-260662" y="0"/>
                <a:ext cx="713887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物流站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9" name="等腰三角形 8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  <p:grpSp>
          <p:nvGrpSpPr>
            <p:cNvPr id="92" name="群組 91"/>
            <p:cNvGrpSpPr/>
            <p:nvPr/>
          </p:nvGrpSpPr>
          <p:grpSpPr>
            <a:xfrm>
              <a:off x="5105444" y="4280267"/>
              <a:ext cx="667144" cy="152442"/>
              <a:chOff x="-260662" y="0"/>
              <a:chExt cx="713887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260662" y="0"/>
                <a:ext cx="713887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收件人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 smtClean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 smtClean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 smtClean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 smtClean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停車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 smtClean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 smtClean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67</Words>
  <Application>Microsoft Office PowerPoint</Application>
  <PresentationFormat>寬螢幕</PresentationFormat>
  <Paragraphs>25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AMANI</cp:lastModifiedBy>
  <cp:revision>12</cp:revision>
  <dcterms:created xsi:type="dcterms:W3CDTF">2023-12-14T09:26:15Z</dcterms:created>
  <dcterms:modified xsi:type="dcterms:W3CDTF">2023-12-14T14:16:48Z</dcterms:modified>
</cp:coreProperties>
</file>