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630" y="-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7250962" y="201295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群組 3"/>
          <p:cNvGrpSpPr/>
          <p:nvPr/>
        </p:nvGrpSpPr>
        <p:grpSpPr>
          <a:xfrm>
            <a:off x="2593654" y="1343880"/>
            <a:ext cx="3320024" cy="413020"/>
            <a:chOff x="2593654" y="1343880"/>
            <a:chExt cx="3320024" cy="413020"/>
          </a:xfrm>
        </p:grpSpPr>
        <p:sp>
          <p:nvSpPr>
            <p:cNvPr id="84" name="圓角矩形 4"/>
            <p:cNvSpPr/>
            <p:nvPr/>
          </p:nvSpPr>
          <p:spPr>
            <a:xfrm>
              <a:off x="2593654" y="1343880"/>
              <a:ext cx="332002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讀取</a:t>
              </a:r>
              <a:r>
                <a:rPr lang="en-US" altLang="zh-TW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Google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試算表                欄位為                             的資料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5" name="手繪多邊形: 圖案 10"/>
            <p:cNvSpPr/>
            <p:nvPr/>
          </p:nvSpPr>
          <p:spPr>
            <a:xfrm>
              <a:off x="3705295" y="1459902"/>
              <a:ext cx="396875" cy="180975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“A“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6" name="手繪多邊形: 圖案 10"/>
            <p:cNvSpPr/>
            <p:nvPr/>
          </p:nvSpPr>
          <p:spPr>
            <a:xfrm>
              <a:off x="4533979" y="1463204"/>
              <a:ext cx="757349" cy="177673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r>
                <a:rPr lang="zh-TW" altLang="en-US" sz="1200" kern="100" dirty="0">
                  <a:solidFill>
                    <a:srgbClr val="FFFFFF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陳大春</a:t>
              </a: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5" name="圓角矩形 4"/>
          <p:cNvSpPr/>
          <p:nvPr/>
        </p:nvSpPr>
        <p:spPr>
          <a:xfrm>
            <a:off x="6429321" y="1388428"/>
            <a:ext cx="2785294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AI</a:t>
            </a:r>
            <a:r>
              <a:rPr lang="zh-TW" altLang="en-US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識別模式切換為</a:t>
            </a: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: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3" name="圓角矩形 4"/>
          <p:cNvSpPr/>
          <p:nvPr/>
        </p:nvSpPr>
        <p:spPr>
          <a:xfrm>
            <a:off x="3391125" y="5025465"/>
            <a:ext cx="2553869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cs typeface="Times New Roman" panose="02020603050405020304" pitchFamily="18" charset="0"/>
              </a:rPr>
              <a:t>[</a:t>
            </a:r>
            <a:r>
              <a:rPr lang="zh-TW" altLang="en-US" sz="1000" kern="100" dirty="0">
                <a:cs typeface="Times New Roman" panose="02020603050405020304" pitchFamily="18" charset="0"/>
              </a:rPr>
              <a:t>傳送</a:t>
            </a:r>
            <a:r>
              <a:rPr lang="en-US" altLang="zh-TW" sz="1000" kern="100" dirty="0">
                <a:cs typeface="Times New Roman" panose="02020603050405020304" pitchFamily="18" charset="0"/>
              </a:rPr>
              <a:t>]</a:t>
            </a:r>
            <a:r>
              <a:rPr lang="zh-TW" altLang="en-US" sz="1000" kern="100" dirty="0">
                <a:cs typeface="Times New Roman" panose="02020603050405020304" pitchFamily="18" charset="0"/>
              </a:rPr>
              <a:t>訊息至</a:t>
            </a:r>
            <a:r>
              <a:rPr lang="en-US" altLang="zh-TW" sz="1000" kern="100" dirty="0">
                <a:cs typeface="Times New Roman" panose="02020603050405020304" pitchFamily="18" charset="0"/>
              </a:rPr>
              <a:t>UNO:</a:t>
            </a:r>
            <a:r>
              <a:rPr lang="zh-TW" altLang="en-US" sz="1000" kern="100" dirty="0">
                <a:cs typeface="Times New Roman" panose="02020603050405020304" pitchFamily="18" charset="0"/>
              </a:rPr>
              <a:t>依商品</a:t>
            </a:r>
            <a:r>
              <a:rPr lang="en-US" altLang="zh-TW" sz="1000" kern="100" dirty="0" err="1">
                <a:cs typeface="Times New Roman" panose="02020603050405020304" pitchFamily="18" charset="0"/>
              </a:rPr>
              <a:t>xy</a:t>
            </a:r>
            <a:r>
              <a:rPr lang="zh-TW" altLang="en-US" sz="1000" kern="100" dirty="0">
                <a:cs typeface="Times New Roman" panose="02020603050405020304" pitchFamily="18" charset="0"/>
              </a:rPr>
              <a:t>座標 自動撿貨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7FB28A-AD22-40A1-8C2B-781BEABE24EA}"/>
              </a:ext>
            </a:extLst>
          </p:cNvPr>
          <p:cNvGrpSpPr/>
          <p:nvPr/>
        </p:nvGrpSpPr>
        <p:grpSpPr>
          <a:xfrm>
            <a:off x="2446242" y="1969175"/>
            <a:ext cx="883189" cy="263525"/>
            <a:chOff x="2446242" y="1969175"/>
            <a:chExt cx="883189" cy="263525"/>
          </a:xfrm>
        </p:grpSpPr>
        <p:sp>
          <p:nvSpPr>
            <p:cNvPr id="80" name="圓角矩形 48">
              <a:extLst>
                <a:ext uri="{FF2B5EF4-FFF2-40B4-BE49-F238E27FC236}">
                  <a16:creationId xmlns:a16="http://schemas.microsoft.com/office/drawing/2014/main" id="{8E9195B3-C462-4D6E-BE7A-CB5032C12816}"/>
                </a:ext>
              </a:extLst>
            </p:cNvPr>
            <p:cNvSpPr/>
            <p:nvPr/>
          </p:nvSpPr>
          <p:spPr>
            <a:xfrm>
              <a:off x="2446242" y="1969175"/>
              <a:ext cx="883189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腳位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87" name="手繪多邊形: 圖案 10">
              <a:extLst>
                <a:ext uri="{FF2B5EF4-FFF2-40B4-BE49-F238E27FC236}">
                  <a16:creationId xmlns:a16="http://schemas.microsoft.com/office/drawing/2014/main" id="{7E327A97-9582-43DD-B207-B0A8F6FDDACB}"/>
                </a:ext>
              </a:extLst>
            </p:cNvPr>
            <p:cNvSpPr/>
            <p:nvPr/>
          </p:nvSpPr>
          <p:spPr>
            <a:xfrm>
              <a:off x="2867598" y="2020079"/>
              <a:ext cx="390525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4" name="群組 133">
            <a:extLst>
              <a:ext uri="{FF2B5EF4-FFF2-40B4-BE49-F238E27FC236}">
                <a16:creationId xmlns:a16="http://schemas.microsoft.com/office/drawing/2014/main" id="{E7D0DAEF-EB2A-4D83-B1BC-DBD09EAE6F40}"/>
              </a:ext>
            </a:extLst>
          </p:cNvPr>
          <p:cNvGrpSpPr/>
          <p:nvPr/>
        </p:nvGrpSpPr>
        <p:grpSpPr>
          <a:xfrm>
            <a:off x="368014" y="1309288"/>
            <a:ext cx="2078228" cy="356019"/>
            <a:chOff x="4453412" y="3664586"/>
            <a:chExt cx="2078228" cy="356019"/>
          </a:xfrm>
        </p:grpSpPr>
        <p:sp>
          <p:nvSpPr>
            <p:cNvPr id="135" name="圓角矩形 4">
              <a:extLst>
                <a:ext uri="{FF2B5EF4-FFF2-40B4-BE49-F238E27FC236}">
                  <a16:creationId xmlns:a16="http://schemas.microsoft.com/office/drawing/2014/main" id="{386BC809-B919-4661-A74C-2019B00ED290}"/>
                </a:ext>
              </a:extLst>
            </p:cNvPr>
            <p:cNvSpPr/>
            <p:nvPr/>
          </p:nvSpPr>
          <p:spPr>
            <a:xfrm>
              <a:off x="4453412" y="3664586"/>
              <a:ext cx="2078228" cy="356019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377646"/>
                <a:gd name="connsiteX1" fmla="*/ 60115 w 4424680"/>
                <a:gd name="connsiteY1" fmla="*/ 0 h 377646"/>
                <a:gd name="connsiteX2" fmla="*/ 350520 w 4424680"/>
                <a:gd name="connsiteY2" fmla="*/ 0 h 377646"/>
                <a:gd name="connsiteX3" fmla="*/ 4364565 w 4424680"/>
                <a:gd name="connsiteY3" fmla="*/ 0 h 377646"/>
                <a:gd name="connsiteX4" fmla="*/ 4424680 w 4424680"/>
                <a:gd name="connsiteY4" fmla="*/ 60115 h 377646"/>
                <a:gd name="connsiteX5" fmla="*/ 4424680 w 4424680"/>
                <a:gd name="connsiteY5" fmla="*/ 300565 h 377646"/>
                <a:gd name="connsiteX6" fmla="*/ 4364565 w 4424680"/>
                <a:gd name="connsiteY6" fmla="*/ 360680 h 377646"/>
                <a:gd name="connsiteX7" fmla="*/ 330200 w 4424680"/>
                <a:gd name="connsiteY7" fmla="*/ 360680 h 377646"/>
                <a:gd name="connsiteX8" fmla="*/ 60115 w 4424680"/>
                <a:gd name="connsiteY8" fmla="*/ 360680 h 377646"/>
                <a:gd name="connsiteX9" fmla="*/ 0 w 4424680"/>
                <a:gd name="connsiteY9" fmla="*/ 300565 h 377646"/>
                <a:gd name="connsiteX10" fmla="*/ 0 w 4424680"/>
                <a:gd name="connsiteY10" fmla="*/ 60115 h 37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377646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127388" y="56799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70817" y="398855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6BBE4B39-0AC3-4EFF-A22F-4F6F96E0B7E6}"/>
                </a:ext>
              </a:extLst>
            </p:cNvPr>
            <p:cNvGrpSpPr/>
            <p:nvPr/>
          </p:nvGrpSpPr>
          <p:grpSpPr>
            <a:xfrm>
              <a:off x="4674869" y="3761106"/>
              <a:ext cx="1630687" cy="175260"/>
              <a:chOff x="1503044" y="2736215"/>
              <a:chExt cx="1630687" cy="175260"/>
            </a:xfrm>
          </p:grpSpPr>
          <p:sp>
            <p:nvSpPr>
              <p:cNvPr id="137" name="手繪多邊形: 圖案 10">
                <a:extLst>
                  <a:ext uri="{FF2B5EF4-FFF2-40B4-BE49-F238E27FC236}">
                    <a16:creationId xmlns:a16="http://schemas.microsoft.com/office/drawing/2014/main" id="{94D25983-3F23-4D59-B236-C42F5379605C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" name="手繪多邊形: 圖案 10">
                <a:extLst>
                  <a:ext uri="{FF2B5EF4-FFF2-40B4-BE49-F238E27FC236}">
                    <a16:creationId xmlns:a16="http://schemas.microsoft.com/office/drawing/2014/main" id="{F7952758-AF57-4C50-968B-85157F7CAE98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" name="手繪多邊形: 圖案 10">
                <a:extLst>
                  <a:ext uri="{FF2B5EF4-FFF2-40B4-BE49-F238E27FC236}">
                    <a16:creationId xmlns:a16="http://schemas.microsoft.com/office/drawing/2014/main" id="{4963A187-8107-4D37-9446-703079F4AB24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" name="手繪多邊形: 圖案 10">
                <a:extLst>
                  <a:ext uri="{FF2B5EF4-FFF2-40B4-BE49-F238E27FC236}">
                    <a16:creationId xmlns:a16="http://schemas.microsoft.com/office/drawing/2014/main" id="{3D2D591E-3600-4784-BD4A-DBA7A07BAB9D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" name="手繪多邊形: 圖案 10">
                <a:extLst>
                  <a:ext uri="{FF2B5EF4-FFF2-40B4-BE49-F238E27FC236}">
                    <a16:creationId xmlns:a16="http://schemas.microsoft.com/office/drawing/2014/main" id="{DCF20AA7-120F-4F19-9831-04A72E11E0B3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" name="手繪多邊形: 圖案 10">
                <a:extLst>
                  <a:ext uri="{FF2B5EF4-FFF2-40B4-BE49-F238E27FC236}">
                    <a16:creationId xmlns:a16="http://schemas.microsoft.com/office/drawing/2014/main" id="{EB9C056C-B7C7-4E23-A71D-EC51F4578A47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圓角矩形 4"/>
          <p:cNvSpPr/>
          <p:nvPr/>
        </p:nvSpPr>
        <p:spPr>
          <a:xfrm>
            <a:off x="8608060" y="3530600"/>
            <a:ext cx="2078228" cy="29921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4</a:t>
            </a:r>
            <a:r>
              <a: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位數字顯示模組 顯示數字</a:t>
            </a:r>
          </a:p>
        </p:txBody>
      </p:sp>
      <p:sp>
        <p:nvSpPr>
          <p:cNvPr id="9" name="圓角矩形 4"/>
          <p:cNvSpPr/>
          <p:nvPr/>
        </p:nvSpPr>
        <p:spPr>
          <a:xfrm>
            <a:off x="8480327" y="1498092"/>
            <a:ext cx="1888969" cy="126949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  <a:gd name="connsiteX0" fmla="*/ 0 w 4449704"/>
              <a:gd name="connsiteY0" fmla="*/ 60115 h 2375415"/>
              <a:gd name="connsiteX1" fmla="*/ 60115 w 4449704"/>
              <a:gd name="connsiteY1" fmla="*/ 0 h 2375415"/>
              <a:gd name="connsiteX2" fmla="*/ 350520 w 4449704"/>
              <a:gd name="connsiteY2" fmla="*/ 0 h 2375415"/>
              <a:gd name="connsiteX3" fmla="*/ 4364565 w 4449704"/>
              <a:gd name="connsiteY3" fmla="*/ 0 h 2375415"/>
              <a:gd name="connsiteX4" fmla="*/ 4424680 w 4449704"/>
              <a:gd name="connsiteY4" fmla="*/ 60115 h 2375415"/>
              <a:gd name="connsiteX5" fmla="*/ 4424680 w 4449704"/>
              <a:gd name="connsiteY5" fmla="*/ 300565 h 2375415"/>
              <a:gd name="connsiteX6" fmla="*/ 4437706 w 4449704"/>
              <a:gd name="connsiteY6" fmla="*/ 2375415 h 2375415"/>
              <a:gd name="connsiteX7" fmla="*/ 330200 w 4449704"/>
              <a:gd name="connsiteY7" fmla="*/ 360680 h 2375415"/>
              <a:gd name="connsiteX8" fmla="*/ 60115 w 4449704"/>
              <a:gd name="connsiteY8" fmla="*/ 360680 h 2375415"/>
              <a:gd name="connsiteX9" fmla="*/ 0 w 4449704"/>
              <a:gd name="connsiteY9" fmla="*/ 300565 h 2375415"/>
              <a:gd name="connsiteX10" fmla="*/ 0 w 4449704"/>
              <a:gd name="connsiteY10" fmla="*/ 60115 h 2375415"/>
              <a:gd name="connsiteX0" fmla="*/ 0 w 4449705"/>
              <a:gd name="connsiteY0" fmla="*/ 60115 h 2551042"/>
              <a:gd name="connsiteX1" fmla="*/ 60115 w 4449705"/>
              <a:gd name="connsiteY1" fmla="*/ 0 h 2551042"/>
              <a:gd name="connsiteX2" fmla="*/ 350520 w 4449705"/>
              <a:gd name="connsiteY2" fmla="*/ 0 h 2551042"/>
              <a:gd name="connsiteX3" fmla="*/ 4364565 w 4449705"/>
              <a:gd name="connsiteY3" fmla="*/ 0 h 2551042"/>
              <a:gd name="connsiteX4" fmla="*/ 4424680 w 4449705"/>
              <a:gd name="connsiteY4" fmla="*/ 60115 h 2551042"/>
              <a:gd name="connsiteX5" fmla="*/ 4424680 w 4449705"/>
              <a:gd name="connsiteY5" fmla="*/ 300565 h 2551042"/>
              <a:gd name="connsiteX6" fmla="*/ 4437706 w 4449705"/>
              <a:gd name="connsiteY6" fmla="*/ 2375415 h 2551042"/>
              <a:gd name="connsiteX7" fmla="*/ 330200 w 4449705"/>
              <a:gd name="connsiteY7" fmla="*/ 360680 h 2551042"/>
              <a:gd name="connsiteX8" fmla="*/ 96684 w 4449705"/>
              <a:gd name="connsiteY8" fmla="*/ 2551043 h 2551042"/>
              <a:gd name="connsiteX9" fmla="*/ 0 w 4449705"/>
              <a:gd name="connsiteY9" fmla="*/ 300565 h 2551042"/>
              <a:gd name="connsiteX10" fmla="*/ 0 w 4449705"/>
              <a:gd name="connsiteY10" fmla="*/ 60115 h 2551042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378959 w 4498464"/>
              <a:gd name="connsiteY7" fmla="*/ 360680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49626 w 4498464"/>
              <a:gd name="connsiteY7" fmla="*/ 2515862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13055 w 4498464"/>
              <a:gd name="connsiteY7" fmla="*/ 2410445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633034"/>
              <a:gd name="connsiteX1" fmla="*/ 108874 w 4498464"/>
              <a:gd name="connsiteY1" fmla="*/ 0 h 2633034"/>
              <a:gd name="connsiteX2" fmla="*/ 399279 w 4498464"/>
              <a:gd name="connsiteY2" fmla="*/ 0 h 2633034"/>
              <a:gd name="connsiteX3" fmla="*/ 4413324 w 4498464"/>
              <a:gd name="connsiteY3" fmla="*/ 0 h 2633034"/>
              <a:gd name="connsiteX4" fmla="*/ 4473439 w 4498464"/>
              <a:gd name="connsiteY4" fmla="*/ 60115 h 2633034"/>
              <a:gd name="connsiteX5" fmla="*/ 4473439 w 4498464"/>
              <a:gd name="connsiteY5" fmla="*/ 300565 h 2633034"/>
              <a:gd name="connsiteX6" fmla="*/ 4486465 w 4498464"/>
              <a:gd name="connsiteY6" fmla="*/ 2375415 h 2633034"/>
              <a:gd name="connsiteX7" fmla="*/ 513055 w 4498464"/>
              <a:gd name="connsiteY7" fmla="*/ 2410445 h 2633034"/>
              <a:gd name="connsiteX8" fmla="*/ 255158 w 4498464"/>
              <a:gd name="connsiteY8" fmla="*/ 2633034 h 2633034"/>
              <a:gd name="connsiteX9" fmla="*/ 0 w 4498464"/>
              <a:gd name="connsiteY9" fmla="*/ 2585168 h 2633034"/>
              <a:gd name="connsiteX10" fmla="*/ 48759 w 4498464"/>
              <a:gd name="connsiteY10" fmla="*/ 60115 h 2633034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255158 w 4498464"/>
              <a:gd name="connsiteY8" fmla="*/ 2633034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513598 w 4498464"/>
              <a:gd name="connsiteY8" fmla="*/ 2672763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29290"/>
              <a:gd name="connsiteX1" fmla="*/ 108874 w 4498464"/>
              <a:gd name="connsiteY1" fmla="*/ 0 h 2729290"/>
              <a:gd name="connsiteX2" fmla="*/ 399279 w 4498464"/>
              <a:gd name="connsiteY2" fmla="*/ 0 h 2729290"/>
              <a:gd name="connsiteX3" fmla="*/ 4413324 w 4498464"/>
              <a:gd name="connsiteY3" fmla="*/ 0 h 2729290"/>
              <a:gd name="connsiteX4" fmla="*/ 4473439 w 4498464"/>
              <a:gd name="connsiteY4" fmla="*/ 60115 h 2729290"/>
              <a:gd name="connsiteX5" fmla="*/ 4473439 w 4498464"/>
              <a:gd name="connsiteY5" fmla="*/ 300565 h 2729290"/>
              <a:gd name="connsiteX6" fmla="*/ 4486465 w 4498464"/>
              <a:gd name="connsiteY6" fmla="*/ 2375415 h 2729290"/>
              <a:gd name="connsiteX7" fmla="*/ 513055 w 4498464"/>
              <a:gd name="connsiteY7" fmla="*/ 2410445 h 2729290"/>
              <a:gd name="connsiteX8" fmla="*/ 513598 w 4498464"/>
              <a:gd name="connsiteY8" fmla="*/ 2672763 h 2729290"/>
              <a:gd name="connsiteX9" fmla="*/ 307968 w 4498464"/>
              <a:gd name="connsiteY9" fmla="*/ 2371664 h 2729290"/>
              <a:gd name="connsiteX10" fmla="*/ 0 w 4498464"/>
              <a:gd name="connsiteY10" fmla="*/ 2585168 h 2729290"/>
              <a:gd name="connsiteX11" fmla="*/ 48759 w 4498464"/>
              <a:gd name="connsiteY11" fmla="*/ 60115 h 2729290"/>
              <a:gd name="connsiteX0" fmla="*/ 48759 w 4498464"/>
              <a:gd name="connsiteY0" fmla="*/ 60115 h 2674928"/>
              <a:gd name="connsiteX1" fmla="*/ 108874 w 4498464"/>
              <a:gd name="connsiteY1" fmla="*/ 0 h 2674928"/>
              <a:gd name="connsiteX2" fmla="*/ 399279 w 4498464"/>
              <a:gd name="connsiteY2" fmla="*/ 0 h 2674928"/>
              <a:gd name="connsiteX3" fmla="*/ 4413324 w 4498464"/>
              <a:gd name="connsiteY3" fmla="*/ 0 h 2674928"/>
              <a:gd name="connsiteX4" fmla="*/ 4473439 w 4498464"/>
              <a:gd name="connsiteY4" fmla="*/ 60115 h 2674928"/>
              <a:gd name="connsiteX5" fmla="*/ 4473439 w 4498464"/>
              <a:gd name="connsiteY5" fmla="*/ 300565 h 2674928"/>
              <a:gd name="connsiteX6" fmla="*/ 4486465 w 4498464"/>
              <a:gd name="connsiteY6" fmla="*/ 2375415 h 2674928"/>
              <a:gd name="connsiteX7" fmla="*/ 513055 w 4498464"/>
              <a:gd name="connsiteY7" fmla="*/ 2410445 h 2674928"/>
              <a:gd name="connsiteX8" fmla="*/ 513598 w 4498464"/>
              <a:gd name="connsiteY8" fmla="*/ 2672763 h 2674928"/>
              <a:gd name="connsiteX9" fmla="*/ 307968 w 4498464"/>
              <a:gd name="connsiteY9" fmla="*/ 2371664 h 2674928"/>
              <a:gd name="connsiteX10" fmla="*/ 0 w 4498464"/>
              <a:gd name="connsiteY10" fmla="*/ 2585168 h 2674928"/>
              <a:gd name="connsiteX11" fmla="*/ 48759 w 4498464"/>
              <a:gd name="connsiteY11" fmla="*/ 60115 h 2674928"/>
              <a:gd name="connsiteX0" fmla="*/ 48759 w 4498464"/>
              <a:gd name="connsiteY0" fmla="*/ 60115 h 2676064"/>
              <a:gd name="connsiteX1" fmla="*/ 108874 w 4498464"/>
              <a:gd name="connsiteY1" fmla="*/ 0 h 2676064"/>
              <a:gd name="connsiteX2" fmla="*/ 399279 w 4498464"/>
              <a:gd name="connsiteY2" fmla="*/ 0 h 2676064"/>
              <a:gd name="connsiteX3" fmla="*/ 4413324 w 4498464"/>
              <a:gd name="connsiteY3" fmla="*/ 0 h 2676064"/>
              <a:gd name="connsiteX4" fmla="*/ 4473439 w 4498464"/>
              <a:gd name="connsiteY4" fmla="*/ 60115 h 2676064"/>
              <a:gd name="connsiteX5" fmla="*/ 4473439 w 4498464"/>
              <a:gd name="connsiteY5" fmla="*/ 300565 h 2676064"/>
              <a:gd name="connsiteX6" fmla="*/ 4486465 w 4498464"/>
              <a:gd name="connsiteY6" fmla="*/ 2375415 h 2676064"/>
              <a:gd name="connsiteX7" fmla="*/ 513055 w 4498464"/>
              <a:gd name="connsiteY7" fmla="*/ 2410445 h 2676064"/>
              <a:gd name="connsiteX8" fmla="*/ 513598 w 4498464"/>
              <a:gd name="connsiteY8" fmla="*/ 2672763 h 2676064"/>
              <a:gd name="connsiteX9" fmla="*/ 307968 w 4498464"/>
              <a:gd name="connsiteY9" fmla="*/ 2490873 h 2676064"/>
              <a:gd name="connsiteX10" fmla="*/ 0 w 4498464"/>
              <a:gd name="connsiteY10" fmla="*/ 2585168 h 2676064"/>
              <a:gd name="connsiteX11" fmla="*/ 48759 w 4498464"/>
              <a:gd name="connsiteY11" fmla="*/ 60115 h 2676064"/>
              <a:gd name="connsiteX0" fmla="*/ 48759 w 4498464"/>
              <a:gd name="connsiteY0" fmla="*/ 60115 h 2617628"/>
              <a:gd name="connsiteX1" fmla="*/ 108874 w 4498464"/>
              <a:gd name="connsiteY1" fmla="*/ 0 h 2617628"/>
              <a:gd name="connsiteX2" fmla="*/ 399279 w 4498464"/>
              <a:gd name="connsiteY2" fmla="*/ 0 h 2617628"/>
              <a:gd name="connsiteX3" fmla="*/ 4413324 w 4498464"/>
              <a:gd name="connsiteY3" fmla="*/ 0 h 2617628"/>
              <a:gd name="connsiteX4" fmla="*/ 4473439 w 4498464"/>
              <a:gd name="connsiteY4" fmla="*/ 60115 h 2617628"/>
              <a:gd name="connsiteX5" fmla="*/ 4473439 w 4498464"/>
              <a:gd name="connsiteY5" fmla="*/ 300565 h 2617628"/>
              <a:gd name="connsiteX6" fmla="*/ 4486465 w 4498464"/>
              <a:gd name="connsiteY6" fmla="*/ 2375415 h 2617628"/>
              <a:gd name="connsiteX7" fmla="*/ 513055 w 4498464"/>
              <a:gd name="connsiteY7" fmla="*/ 2410445 h 2617628"/>
              <a:gd name="connsiteX8" fmla="*/ 379209 w 4498464"/>
              <a:gd name="connsiteY8" fmla="*/ 2613153 h 2617628"/>
              <a:gd name="connsiteX9" fmla="*/ 307968 w 4498464"/>
              <a:gd name="connsiteY9" fmla="*/ 2490873 h 2617628"/>
              <a:gd name="connsiteX10" fmla="*/ 0 w 4498464"/>
              <a:gd name="connsiteY10" fmla="*/ 2585168 h 2617628"/>
              <a:gd name="connsiteX11" fmla="*/ 48759 w 4498464"/>
              <a:gd name="connsiteY11" fmla="*/ 60115 h 2617628"/>
              <a:gd name="connsiteX0" fmla="*/ 48759 w 4498464"/>
              <a:gd name="connsiteY0" fmla="*/ 60115 h 2627867"/>
              <a:gd name="connsiteX1" fmla="*/ 108874 w 4498464"/>
              <a:gd name="connsiteY1" fmla="*/ 0 h 2627867"/>
              <a:gd name="connsiteX2" fmla="*/ 399279 w 4498464"/>
              <a:gd name="connsiteY2" fmla="*/ 0 h 2627867"/>
              <a:gd name="connsiteX3" fmla="*/ 4413324 w 4498464"/>
              <a:gd name="connsiteY3" fmla="*/ 0 h 2627867"/>
              <a:gd name="connsiteX4" fmla="*/ 4473439 w 4498464"/>
              <a:gd name="connsiteY4" fmla="*/ 60115 h 2627867"/>
              <a:gd name="connsiteX5" fmla="*/ 4473439 w 4498464"/>
              <a:gd name="connsiteY5" fmla="*/ 300565 h 2627867"/>
              <a:gd name="connsiteX6" fmla="*/ 4486465 w 4498464"/>
              <a:gd name="connsiteY6" fmla="*/ 2375415 h 2627867"/>
              <a:gd name="connsiteX7" fmla="*/ 492379 w 4498464"/>
              <a:gd name="connsiteY7" fmla="*/ 2539569 h 2627867"/>
              <a:gd name="connsiteX8" fmla="*/ 379209 w 4498464"/>
              <a:gd name="connsiteY8" fmla="*/ 2613153 h 2627867"/>
              <a:gd name="connsiteX9" fmla="*/ 307968 w 4498464"/>
              <a:gd name="connsiteY9" fmla="*/ 2490873 h 2627867"/>
              <a:gd name="connsiteX10" fmla="*/ 0 w 4498464"/>
              <a:gd name="connsiteY10" fmla="*/ 2585168 h 2627867"/>
              <a:gd name="connsiteX11" fmla="*/ 48759 w 4498464"/>
              <a:gd name="connsiteY11" fmla="*/ 60115 h 2627867"/>
              <a:gd name="connsiteX0" fmla="*/ 48759 w 4508696"/>
              <a:gd name="connsiteY0" fmla="*/ 60115 h 2627866"/>
              <a:gd name="connsiteX1" fmla="*/ 108874 w 4508696"/>
              <a:gd name="connsiteY1" fmla="*/ 0 h 2627866"/>
              <a:gd name="connsiteX2" fmla="*/ 399279 w 4508696"/>
              <a:gd name="connsiteY2" fmla="*/ 0 h 2627866"/>
              <a:gd name="connsiteX3" fmla="*/ 4413324 w 4508696"/>
              <a:gd name="connsiteY3" fmla="*/ 0 h 2627866"/>
              <a:gd name="connsiteX4" fmla="*/ 4473439 w 4508696"/>
              <a:gd name="connsiteY4" fmla="*/ 60115 h 2627866"/>
              <a:gd name="connsiteX5" fmla="*/ 4473439 w 4508696"/>
              <a:gd name="connsiteY5" fmla="*/ 300565 h 2627866"/>
              <a:gd name="connsiteX6" fmla="*/ 4498464 w 4508696"/>
              <a:gd name="connsiteY6" fmla="*/ 2583989 h 2627866"/>
              <a:gd name="connsiteX7" fmla="*/ 492379 w 4508696"/>
              <a:gd name="connsiteY7" fmla="*/ 2539569 h 2627866"/>
              <a:gd name="connsiteX8" fmla="*/ 379209 w 4508696"/>
              <a:gd name="connsiteY8" fmla="*/ 2613153 h 2627866"/>
              <a:gd name="connsiteX9" fmla="*/ 307968 w 4508696"/>
              <a:gd name="connsiteY9" fmla="*/ 2490873 h 2627866"/>
              <a:gd name="connsiteX10" fmla="*/ 0 w 4508696"/>
              <a:gd name="connsiteY10" fmla="*/ 2585168 h 2627866"/>
              <a:gd name="connsiteX11" fmla="*/ 48759 w 4508696"/>
              <a:gd name="connsiteY11" fmla="*/ 60115 h 2627866"/>
              <a:gd name="connsiteX0" fmla="*/ 28081 w 4488017"/>
              <a:gd name="connsiteY0" fmla="*/ 60115 h 2627866"/>
              <a:gd name="connsiteX1" fmla="*/ 88196 w 4488017"/>
              <a:gd name="connsiteY1" fmla="*/ 0 h 2627866"/>
              <a:gd name="connsiteX2" fmla="*/ 378601 w 4488017"/>
              <a:gd name="connsiteY2" fmla="*/ 0 h 2627866"/>
              <a:gd name="connsiteX3" fmla="*/ 4392646 w 4488017"/>
              <a:gd name="connsiteY3" fmla="*/ 0 h 2627866"/>
              <a:gd name="connsiteX4" fmla="*/ 4452761 w 4488017"/>
              <a:gd name="connsiteY4" fmla="*/ 60115 h 2627866"/>
              <a:gd name="connsiteX5" fmla="*/ 4452761 w 4488017"/>
              <a:gd name="connsiteY5" fmla="*/ 300565 h 2627866"/>
              <a:gd name="connsiteX6" fmla="*/ 4477786 w 4488017"/>
              <a:gd name="connsiteY6" fmla="*/ 2583989 h 2627866"/>
              <a:gd name="connsiteX7" fmla="*/ 471701 w 4488017"/>
              <a:gd name="connsiteY7" fmla="*/ 2539569 h 2627866"/>
              <a:gd name="connsiteX8" fmla="*/ 358531 w 4488017"/>
              <a:gd name="connsiteY8" fmla="*/ 2613153 h 2627866"/>
              <a:gd name="connsiteX9" fmla="*/ 287290 w 4488017"/>
              <a:gd name="connsiteY9" fmla="*/ 2490873 h 2627866"/>
              <a:gd name="connsiteX10" fmla="*/ 0 w 4488017"/>
              <a:gd name="connsiteY10" fmla="*/ 2545439 h 2627866"/>
              <a:gd name="connsiteX11" fmla="*/ 28081 w 4488017"/>
              <a:gd name="connsiteY11" fmla="*/ 60115 h 262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488017" h="2627866">
                <a:moveTo>
                  <a:pt x="28081" y="60115"/>
                </a:moveTo>
                <a:cubicBezTo>
                  <a:pt x="28081" y="26914"/>
                  <a:pt x="54995" y="0"/>
                  <a:pt x="88196" y="0"/>
                </a:cubicBezTo>
                <a:cubicBezTo>
                  <a:pt x="184998" y="0"/>
                  <a:pt x="236079" y="121920"/>
                  <a:pt x="378601" y="0"/>
                </a:cubicBezTo>
                <a:lnTo>
                  <a:pt x="4392646" y="0"/>
                </a:lnTo>
                <a:cubicBezTo>
                  <a:pt x="4425847" y="0"/>
                  <a:pt x="4452761" y="26914"/>
                  <a:pt x="4452761" y="60115"/>
                </a:cubicBezTo>
                <a:lnTo>
                  <a:pt x="4452761" y="300565"/>
                </a:lnTo>
                <a:cubicBezTo>
                  <a:pt x="4452761" y="333766"/>
                  <a:pt x="4510987" y="2583989"/>
                  <a:pt x="4477786" y="2583989"/>
                </a:cubicBezTo>
                <a:lnTo>
                  <a:pt x="471701" y="2539569"/>
                </a:lnTo>
                <a:cubicBezTo>
                  <a:pt x="280073" y="2676729"/>
                  <a:pt x="448559" y="2613153"/>
                  <a:pt x="358531" y="2613153"/>
                </a:cubicBezTo>
                <a:cubicBezTo>
                  <a:pt x="293337" y="2644764"/>
                  <a:pt x="329816" y="2498851"/>
                  <a:pt x="287290" y="2490873"/>
                </a:cubicBezTo>
                <a:cubicBezTo>
                  <a:pt x="244764" y="2482895"/>
                  <a:pt x="332653" y="2531672"/>
                  <a:pt x="0" y="2545439"/>
                </a:cubicBezTo>
                <a:lnTo>
                  <a:pt x="28081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sp>
        <p:nvSpPr>
          <p:cNvPr id="12" name="手繪多邊形 11"/>
          <p:cNvSpPr/>
          <p:nvPr/>
        </p:nvSpPr>
        <p:spPr>
          <a:xfrm>
            <a:off x="6406896" y="462534"/>
            <a:ext cx="1888939" cy="1696974"/>
          </a:xfrm>
          <a:custGeom>
            <a:avLst/>
            <a:gdLst>
              <a:gd name="connsiteX0" fmla="*/ 159400 w 1888939"/>
              <a:gd name="connsiteY0" fmla="*/ 1691010 h 1696974"/>
              <a:gd name="connsiteX1" fmla="*/ 162989 w 1888939"/>
              <a:gd name="connsiteY1" fmla="*/ 1692504 h 1696974"/>
              <a:gd name="connsiteX2" fmla="*/ 158011 w 1888939"/>
              <a:gd name="connsiteY2" fmla="*/ 1693914 h 1696974"/>
              <a:gd name="connsiteX3" fmla="*/ 37121 w 1888939"/>
              <a:gd name="connsiteY3" fmla="*/ 0 h 1696974"/>
              <a:gd name="connsiteX4" fmla="*/ 159350 w 1888939"/>
              <a:gd name="connsiteY4" fmla="*/ 0 h 1696974"/>
              <a:gd name="connsiteX5" fmla="*/ 1848828 w 1888939"/>
              <a:gd name="connsiteY5" fmla="*/ 0 h 1696974"/>
              <a:gd name="connsiteX6" fmla="*/ 1874130 w 1888939"/>
              <a:gd name="connsiteY6" fmla="*/ 38820 h 1696974"/>
              <a:gd name="connsiteX7" fmla="*/ 1874130 w 1888939"/>
              <a:gd name="connsiteY7" fmla="*/ 194093 h 1696974"/>
              <a:gd name="connsiteX8" fmla="*/ 1875156 w 1888939"/>
              <a:gd name="connsiteY8" fmla="*/ 263608 h 1696974"/>
              <a:gd name="connsiteX9" fmla="*/ 1875535 w 1888939"/>
              <a:gd name="connsiteY9" fmla="*/ 288290 h 1696974"/>
              <a:gd name="connsiteX10" fmla="*/ 1109120 w 1888939"/>
              <a:gd name="connsiteY10" fmla="*/ 288290 h 1696974"/>
              <a:gd name="connsiteX11" fmla="*/ 972720 w 1888939"/>
              <a:gd name="connsiteY11" fmla="*/ 288290 h 1696974"/>
              <a:gd name="connsiteX12" fmla="*/ 944484 w 1888939"/>
              <a:gd name="connsiteY12" fmla="*/ 330950 h 1696974"/>
              <a:gd name="connsiteX13" fmla="*/ 944484 w 1888939"/>
              <a:gd name="connsiteY13" fmla="*/ 501583 h 1696974"/>
              <a:gd name="connsiteX14" fmla="*/ 972720 w 1888939"/>
              <a:gd name="connsiteY14" fmla="*/ 544243 h 1696974"/>
              <a:gd name="connsiteX15" fmla="*/ 1099576 w 1888939"/>
              <a:gd name="connsiteY15" fmla="*/ 544243 h 1696974"/>
              <a:gd name="connsiteX16" fmla="*/ 1879368 w 1888939"/>
              <a:gd name="connsiteY16" fmla="*/ 544243 h 1696974"/>
              <a:gd name="connsiteX17" fmla="*/ 1879388 w 1888939"/>
              <a:gd name="connsiteY17" fmla="*/ 545591 h 1696974"/>
              <a:gd name="connsiteX18" fmla="*/ 1880265 w 1888939"/>
              <a:gd name="connsiteY18" fmla="*/ 608245 h 1696974"/>
              <a:gd name="connsiteX19" fmla="*/ 1109120 w 1888939"/>
              <a:gd name="connsiteY19" fmla="*/ 608245 h 1696974"/>
              <a:gd name="connsiteX20" fmla="*/ 972720 w 1888939"/>
              <a:gd name="connsiteY20" fmla="*/ 608245 h 1696974"/>
              <a:gd name="connsiteX21" fmla="*/ 944484 w 1888939"/>
              <a:gd name="connsiteY21" fmla="*/ 650905 h 1696974"/>
              <a:gd name="connsiteX22" fmla="*/ 944484 w 1888939"/>
              <a:gd name="connsiteY22" fmla="*/ 821538 h 1696974"/>
              <a:gd name="connsiteX23" fmla="*/ 972720 w 1888939"/>
              <a:gd name="connsiteY23" fmla="*/ 864198 h 1696974"/>
              <a:gd name="connsiteX24" fmla="*/ 1099576 w 1888939"/>
              <a:gd name="connsiteY24" fmla="*/ 864198 h 1696974"/>
              <a:gd name="connsiteX25" fmla="*/ 1883693 w 1888939"/>
              <a:gd name="connsiteY25" fmla="*/ 864198 h 1696974"/>
              <a:gd name="connsiteX26" fmla="*/ 1884221 w 1888939"/>
              <a:gd name="connsiteY26" fmla="*/ 905101 h 1696974"/>
              <a:gd name="connsiteX27" fmla="*/ 1884490 w 1888939"/>
              <a:gd name="connsiteY27" fmla="*/ 928200 h 1696974"/>
              <a:gd name="connsiteX28" fmla="*/ 1109120 w 1888939"/>
              <a:gd name="connsiteY28" fmla="*/ 928200 h 1696974"/>
              <a:gd name="connsiteX29" fmla="*/ 972720 w 1888939"/>
              <a:gd name="connsiteY29" fmla="*/ 928200 h 1696974"/>
              <a:gd name="connsiteX30" fmla="*/ 944484 w 1888939"/>
              <a:gd name="connsiteY30" fmla="*/ 970860 h 1696974"/>
              <a:gd name="connsiteX31" fmla="*/ 944484 w 1888939"/>
              <a:gd name="connsiteY31" fmla="*/ 1141493 h 1696974"/>
              <a:gd name="connsiteX32" fmla="*/ 972720 w 1888939"/>
              <a:gd name="connsiteY32" fmla="*/ 1184153 h 1696974"/>
              <a:gd name="connsiteX33" fmla="*/ 1099576 w 1888939"/>
              <a:gd name="connsiteY33" fmla="*/ 1184153 h 1696974"/>
              <a:gd name="connsiteX34" fmla="*/ 1887258 w 1888939"/>
              <a:gd name="connsiteY34" fmla="*/ 1184153 h 1696974"/>
              <a:gd name="connsiteX35" fmla="*/ 1887774 w 1888939"/>
              <a:gd name="connsiteY35" fmla="*/ 1248156 h 1696974"/>
              <a:gd name="connsiteX36" fmla="*/ 1109120 w 1888939"/>
              <a:gd name="connsiteY36" fmla="*/ 1248156 h 1696974"/>
              <a:gd name="connsiteX37" fmla="*/ 972720 w 1888939"/>
              <a:gd name="connsiteY37" fmla="*/ 1248156 h 1696974"/>
              <a:gd name="connsiteX38" fmla="*/ 944484 w 1888939"/>
              <a:gd name="connsiteY38" fmla="*/ 1290816 h 1696974"/>
              <a:gd name="connsiteX39" fmla="*/ 944484 w 1888939"/>
              <a:gd name="connsiteY39" fmla="*/ 1461449 h 1696974"/>
              <a:gd name="connsiteX40" fmla="*/ 972720 w 1888939"/>
              <a:gd name="connsiteY40" fmla="*/ 1504109 h 1696974"/>
              <a:gd name="connsiteX41" fmla="*/ 1099576 w 1888939"/>
              <a:gd name="connsiteY41" fmla="*/ 1504109 h 1696974"/>
              <a:gd name="connsiteX42" fmla="*/ 1888939 w 1888939"/>
              <a:gd name="connsiteY42" fmla="*/ 1504109 h 1696974"/>
              <a:gd name="connsiteX43" fmla="*/ 1888938 w 1888939"/>
              <a:gd name="connsiteY43" fmla="*/ 1515361 h 1696974"/>
              <a:gd name="connsiteX44" fmla="*/ 1884663 w 1888939"/>
              <a:gd name="connsiteY44" fmla="*/ 1668640 h 1696974"/>
              <a:gd name="connsiteX45" fmla="*/ 198535 w 1888939"/>
              <a:gd name="connsiteY45" fmla="*/ 1639955 h 1696974"/>
              <a:gd name="connsiteX46" fmla="*/ 162395 w 1888939"/>
              <a:gd name="connsiteY46" fmla="*/ 1684747 h 1696974"/>
              <a:gd name="connsiteX47" fmla="*/ 159400 w 1888939"/>
              <a:gd name="connsiteY47" fmla="*/ 1691010 h 1696974"/>
              <a:gd name="connsiteX48" fmla="*/ 150903 w 1888939"/>
              <a:gd name="connsiteY48" fmla="*/ 1687473 h 1696974"/>
              <a:gd name="connsiteX49" fmla="*/ 120918 w 1888939"/>
              <a:gd name="connsiteY49" fmla="*/ 1608509 h 1696974"/>
              <a:gd name="connsiteX50" fmla="*/ 0 w 1888939"/>
              <a:gd name="connsiteY50" fmla="*/ 1643746 h 1696974"/>
              <a:gd name="connsiteX51" fmla="*/ 11819 w 1888939"/>
              <a:gd name="connsiteY51" fmla="*/ 38820 h 1696974"/>
              <a:gd name="connsiteX52" fmla="*/ 37121 w 1888939"/>
              <a:gd name="connsiteY52" fmla="*/ 0 h 1696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888939" h="1696974">
                <a:moveTo>
                  <a:pt x="159400" y="1691010"/>
                </a:moveTo>
                <a:lnTo>
                  <a:pt x="162989" y="1692504"/>
                </a:lnTo>
                <a:cubicBezTo>
                  <a:pt x="162900" y="1696201"/>
                  <a:pt x="156664" y="1699672"/>
                  <a:pt x="158011" y="1693914"/>
                </a:cubicBezTo>
                <a:close/>
                <a:moveTo>
                  <a:pt x="37121" y="0"/>
                </a:moveTo>
                <a:cubicBezTo>
                  <a:pt x="77864" y="0"/>
                  <a:pt x="99364" y="78731"/>
                  <a:pt x="159350" y="0"/>
                </a:cubicBezTo>
                <a:lnTo>
                  <a:pt x="1848828" y="0"/>
                </a:lnTo>
                <a:cubicBezTo>
                  <a:pt x="1862802" y="0"/>
                  <a:pt x="1874130" y="17380"/>
                  <a:pt x="1874130" y="38820"/>
                </a:cubicBezTo>
                <a:lnTo>
                  <a:pt x="1874130" y="194093"/>
                </a:lnTo>
                <a:cubicBezTo>
                  <a:pt x="1874130" y="196773"/>
                  <a:pt x="1874513" y="221823"/>
                  <a:pt x="1875156" y="263608"/>
                </a:cubicBezTo>
                <a:lnTo>
                  <a:pt x="1875535" y="288290"/>
                </a:lnTo>
                <a:lnTo>
                  <a:pt x="1109120" y="288290"/>
                </a:lnTo>
                <a:cubicBezTo>
                  <a:pt x="1042179" y="374809"/>
                  <a:pt x="1018186" y="288290"/>
                  <a:pt x="972720" y="288290"/>
                </a:cubicBezTo>
                <a:cubicBezTo>
                  <a:pt x="957125" y="288290"/>
                  <a:pt x="944484" y="307389"/>
                  <a:pt x="944484" y="330950"/>
                </a:cubicBezTo>
                <a:lnTo>
                  <a:pt x="944484" y="501583"/>
                </a:lnTo>
                <a:cubicBezTo>
                  <a:pt x="944484" y="525143"/>
                  <a:pt x="957125" y="544243"/>
                  <a:pt x="972720" y="544243"/>
                </a:cubicBezTo>
                <a:cubicBezTo>
                  <a:pt x="1015005" y="544243"/>
                  <a:pt x="1009570" y="641577"/>
                  <a:pt x="1099576" y="544243"/>
                </a:cubicBezTo>
                <a:lnTo>
                  <a:pt x="1879368" y="544243"/>
                </a:lnTo>
                <a:lnTo>
                  <a:pt x="1879388" y="545591"/>
                </a:lnTo>
                <a:lnTo>
                  <a:pt x="1880265" y="608245"/>
                </a:lnTo>
                <a:lnTo>
                  <a:pt x="1109120" y="608245"/>
                </a:lnTo>
                <a:cubicBezTo>
                  <a:pt x="1042179" y="694764"/>
                  <a:pt x="1018186" y="608245"/>
                  <a:pt x="972720" y="608245"/>
                </a:cubicBezTo>
                <a:cubicBezTo>
                  <a:pt x="957125" y="608245"/>
                  <a:pt x="944484" y="627344"/>
                  <a:pt x="944484" y="650905"/>
                </a:cubicBezTo>
                <a:lnTo>
                  <a:pt x="944484" y="821538"/>
                </a:lnTo>
                <a:cubicBezTo>
                  <a:pt x="944484" y="845098"/>
                  <a:pt x="957125" y="864198"/>
                  <a:pt x="972720" y="864198"/>
                </a:cubicBezTo>
                <a:cubicBezTo>
                  <a:pt x="1015005" y="864198"/>
                  <a:pt x="1009570" y="961532"/>
                  <a:pt x="1099576" y="864198"/>
                </a:cubicBezTo>
                <a:lnTo>
                  <a:pt x="1883693" y="864198"/>
                </a:lnTo>
                <a:lnTo>
                  <a:pt x="1884221" y="905101"/>
                </a:lnTo>
                <a:lnTo>
                  <a:pt x="1884490" y="928200"/>
                </a:lnTo>
                <a:lnTo>
                  <a:pt x="1109120" y="928200"/>
                </a:lnTo>
                <a:cubicBezTo>
                  <a:pt x="1042179" y="1014719"/>
                  <a:pt x="1018186" y="928200"/>
                  <a:pt x="972720" y="928200"/>
                </a:cubicBezTo>
                <a:cubicBezTo>
                  <a:pt x="957125" y="928200"/>
                  <a:pt x="944484" y="947299"/>
                  <a:pt x="944484" y="970860"/>
                </a:cubicBezTo>
                <a:lnTo>
                  <a:pt x="944484" y="1141493"/>
                </a:lnTo>
                <a:cubicBezTo>
                  <a:pt x="944484" y="1165053"/>
                  <a:pt x="957125" y="1184153"/>
                  <a:pt x="972720" y="1184153"/>
                </a:cubicBezTo>
                <a:cubicBezTo>
                  <a:pt x="1015005" y="1184153"/>
                  <a:pt x="1009570" y="1281487"/>
                  <a:pt x="1099576" y="1184153"/>
                </a:cubicBezTo>
                <a:lnTo>
                  <a:pt x="1887258" y="1184153"/>
                </a:lnTo>
                <a:lnTo>
                  <a:pt x="1887774" y="1248156"/>
                </a:lnTo>
                <a:lnTo>
                  <a:pt x="1109120" y="1248156"/>
                </a:lnTo>
                <a:cubicBezTo>
                  <a:pt x="1042179" y="1334675"/>
                  <a:pt x="1018186" y="1248156"/>
                  <a:pt x="972720" y="1248156"/>
                </a:cubicBezTo>
                <a:cubicBezTo>
                  <a:pt x="957125" y="1248156"/>
                  <a:pt x="944484" y="1267255"/>
                  <a:pt x="944484" y="1290816"/>
                </a:cubicBezTo>
                <a:lnTo>
                  <a:pt x="944484" y="1461449"/>
                </a:lnTo>
                <a:cubicBezTo>
                  <a:pt x="944484" y="1485009"/>
                  <a:pt x="957125" y="1504109"/>
                  <a:pt x="972720" y="1504109"/>
                </a:cubicBezTo>
                <a:cubicBezTo>
                  <a:pt x="1015005" y="1504109"/>
                  <a:pt x="1009570" y="1601443"/>
                  <a:pt x="1099576" y="1504109"/>
                </a:cubicBezTo>
                <a:lnTo>
                  <a:pt x="1888939" y="1504109"/>
                </a:lnTo>
                <a:lnTo>
                  <a:pt x="1888938" y="1515361"/>
                </a:lnTo>
                <a:cubicBezTo>
                  <a:pt x="1888731" y="1609690"/>
                  <a:pt x="1887478" y="1668640"/>
                  <a:pt x="1884663" y="1668640"/>
                </a:cubicBezTo>
                <a:lnTo>
                  <a:pt x="198535" y="1639955"/>
                </a:lnTo>
                <a:cubicBezTo>
                  <a:pt x="178372" y="1662099"/>
                  <a:pt x="167681" y="1676140"/>
                  <a:pt x="162395" y="1684747"/>
                </a:cubicBezTo>
                <a:lnTo>
                  <a:pt x="159400" y="1691010"/>
                </a:lnTo>
                <a:lnTo>
                  <a:pt x="150903" y="1687473"/>
                </a:lnTo>
                <a:cubicBezTo>
                  <a:pt x="123463" y="1707886"/>
                  <a:pt x="138817" y="1613661"/>
                  <a:pt x="120918" y="1608509"/>
                </a:cubicBezTo>
                <a:cubicBezTo>
                  <a:pt x="103019" y="1603358"/>
                  <a:pt x="140011" y="1634856"/>
                  <a:pt x="0" y="1643746"/>
                </a:cubicBezTo>
                <a:lnTo>
                  <a:pt x="11819" y="38820"/>
                </a:lnTo>
                <a:cubicBezTo>
                  <a:pt x="11819" y="17380"/>
                  <a:pt x="23147" y="0"/>
                  <a:pt x="37121" y="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WiFi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MQTT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en-US" altLang="zh-TW" sz="1100" dirty="0">
              <a:solidFill>
                <a:srgbClr val="FFFFFF"/>
              </a:solidFill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>
                <a:latin typeface="新細明體" panose="02020500000000000000" pitchFamily="18" charset="-120"/>
                <a:cs typeface="新細明體" panose="02020500000000000000" pitchFamily="18" charset="-120"/>
              </a:rPr>
              <a:t>Google</a:t>
            </a:r>
            <a:r>
              <a:rPr lang="zh-TW" altLang="en-US" sz="1100" dirty="0">
                <a:latin typeface="新細明體" panose="02020500000000000000" pitchFamily="18" charset="-120"/>
                <a:cs typeface="新細明體" panose="02020500000000000000" pitchFamily="18" charset="-120"/>
              </a:rPr>
              <a:t>試算表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581</TotalTime>
  <Words>164</Words>
  <Application>Microsoft Office PowerPoint</Application>
  <PresentationFormat>寬螢幕</PresentationFormat>
  <Paragraphs>53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慶哲 林</cp:lastModifiedBy>
  <cp:revision>37</cp:revision>
  <dcterms:created xsi:type="dcterms:W3CDTF">2023-12-14T09:26:15Z</dcterms:created>
  <dcterms:modified xsi:type="dcterms:W3CDTF">2023-12-21T04:30:33Z</dcterms:modified>
</cp:coreProperties>
</file>