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946" y="-7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群組 3"/>
          <p:cNvGrpSpPr/>
          <p:nvPr/>
        </p:nvGrpSpPr>
        <p:grpSpPr>
          <a:xfrm>
            <a:off x="2593654" y="1343880"/>
            <a:ext cx="3320024" cy="413020"/>
            <a:chOff x="2593654" y="1343880"/>
            <a:chExt cx="3320024" cy="413020"/>
          </a:xfrm>
        </p:grpSpPr>
        <p:sp>
          <p:nvSpPr>
            <p:cNvPr id="84" name="圓角矩形 4"/>
            <p:cNvSpPr/>
            <p:nvPr/>
          </p:nvSpPr>
          <p:spPr>
            <a:xfrm>
              <a:off x="2593654" y="1343880"/>
              <a:ext cx="332002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讀取</a:t>
              </a:r>
              <a:r>
                <a:rPr lang="en-US" altLang="zh-TW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Google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試算表                欄位為                             的資料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5" name="手繪多邊形: 圖案 10"/>
            <p:cNvSpPr/>
            <p:nvPr/>
          </p:nvSpPr>
          <p:spPr>
            <a:xfrm>
              <a:off x="3705295" y="1459902"/>
              <a:ext cx="396875" cy="180975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“A“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6" name="手繪多邊形: 圖案 10"/>
            <p:cNvSpPr/>
            <p:nvPr/>
          </p:nvSpPr>
          <p:spPr>
            <a:xfrm>
              <a:off x="4533979" y="1463204"/>
              <a:ext cx="757349" cy="177673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r>
                <a:rPr lang="zh-TW" altLang="en-US" sz="1200" kern="100" dirty="0">
                  <a:solidFill>
                    <a:srgbClr val="FFFFFF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陳大春</a:t>
              </a: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5" name="圓角矩形 4"/>
          <p:cNvSpPr/>
          <p:nvPr/>
        </p:nvSpPr>
        <p:spPr>
          <a:xfrm>
            <a:off x="6429321" y="1388428"/>
            <a:ext cx="2785294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altLang="en-US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識別模式切換為</a:t>
            </a: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: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3" name="圓角矩形 4"/>
          <p:cNvSpPr/>
          <p:nvPr/>
        </p:nvSpPr>
        <p:spPr>
          <a:xfrm>
            <a:off x="3391125" y="5025465"/>
            <a:ext cx="2553869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cs typeface="Times New Roman" panose="02020603050405020304" pitchFamily="18" charset="0"/>
              </a:rPr>
              <a:t>[</a:t>
            </a:r>
            <a:r>
              <a:rPr lang="zh-TW" altLang="en-US" sz="1000" kern="100" dirty="0">
                <a:cs typeface="Times New Roman" panose="02020603050405020304" pitchFamily="18" charset="0"/>
              </a:rPr>
              <a:t>傳送</a:t>
            </a:r>
            <a:r>
              <a:rPr lang="en-US" altLang="zh-TW" sz="1000" kern="100" dirty="0">
                <a:cs typeface="Times New Roman" panose="02020603050405020304" pitchFamily="18" charset="0"/>
              </a:rPr>
              <a:t>]</a:t>
            </a:r>
            <a:r>
              <a:rPr lang="zh-TW" altLang="en-US" sz="1000" kern="100" dirty="0">
                <a:cs typeface="Times New Roman" panose="02020603050405020304" pitchFamily="18" charset="0"/>
              </a:rPr>
              <a:t>訊息至</a:t>
            </a:r>
            <a:r>
              <a:rPr lang="en-US" altLang="zh-TW" sz="1000" kern="100" dirty="0">
                <a:cs typeface="Times New Roman" panose="02020603050405020304" pitchFamily="18" charset="0"/>
              </a:rPr>
              <a:t>UNO:</a:t>
            </a:r>
            <a:r>
              <a:rPr lang="zh-TW" altLang="en-US" sz="1000" kern="100" dirty="0">
                <a:cs typeface="Times New Roman" panose="02020603050405020304" pitchFamily="18" charset="0"/>
              </a:rPr>
              <a:t>依商品</a:t>
            </a:r>
            <a:r>
              <a:rPr lang="en-US" altLang="zh-TW" sz="1000" kern="100" dirty="0" err="1">
                <a:cs typeface="Times New Roman" panose="02020603050405020304" pitchFamily="18" charset="0"/>
              </a:rPr>
              <a:t>xy</a:t>
            </a:r>
            <a:r>
              <a:rPr lang="zh-TW" altLang="en-US" sz="1000" kern="100" dirty="0">
                <a:cs typeface="Times New Roman" panose="02020603050405020304" pitchFamily="18" charset="0"/>
              </a:rPr>
              <a:t>座標 自動撿貨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7FB28A-AD22-40A1-8C2B-781BEABE24EA}"/>
              </a:ext>
            </a:extLst>
          </p:cNvPr>
          <p:cNvGrpSpPr/>
          <p:nvPr/>
        </p:nvGrpSpPr>
        <p:grpSpPr>
          <a:xfrm>
            <a:off x="2446242" y="1969175"/>
            <a:ext cx="883189" cy="263525"/>
            <a:chOff x="2446242" y="1969175"/>
            <a:chExt cx="883189" cy="263525"/>
          </a:xfrm>
        </p:grpSpPr>
        <p:sp>
          <p:nvSpPr>
            <p:cNvPr id="80" name="圓角矩形 48">
              <a:extLst>
                <a:ext uri="{FF2B5EF4-FFF2-40B4-BE49-F238E27FC236}">
                  <a16:creationId xmlns:a16="http://schemas.microsoft.com/office/drawing/2014/main" id="{8E9195B3-C462-4D6E-BE7A-CB5032C12816}"/>
                </a:ext>
              </a:extLst>
            </p:cNvPr>
            <p:cNvSpPr/>
            <p:nvPr/>
          </p:nvSpPr>
          <p:spPr>
            <a:xfrm>
              <a:off x="2446242" y="1969175"/>
              <a:ext cx="883189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腳位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87" name="手繪多邊形: 圖案 10">
              <a:extLst>
                <a:ext uri="{FF2B5EF4-FFF2-40B4-BE49-F238E27FC236}">
                  <a16:creationId xmlns:a16="http://schemas.microsoft.com/office/drawing/2014/main" id="{7E327A97-9582-43DD-B207-B0A8F6FDDACB}"/>
                </a:ext>
              </a:extLst>
            </p:cNvPr>
            <p:cNvSpPr/>
            <p:nvPr/>
          </p:nvSpPr>
          <p:spPr>
            <a:xfrm>
              <a:off x="2867598" y="2020079"/>
              <a:ext cx="390525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34" name="群組 133">
            <a:extLst>
              <a:ext uri="{FF2B5EF4-FFF2-40B4-BE49-F238E27FC236}">
                <a16:creationId xmlns:a16="http://schemas.microsoft.com/office/drawing/2014/main" id="{E7D0DAEF-EB2A-4D83-B1BC-DBD09EAE6F40}"/>
              </a:ext>
            </a:extLst>
          </p:cNvPr>
          <p:cNvGrpSpPr/>
          <p:nvPr/>
        </p:nvGrpSpPr>
        <p:grpSpPr>
          <a:xfrm>
            <a:off x="368014" y="1309288"/>
            <a:ext cx="2078228" cy="356019"/>
            <a:chOff x="4453412" y="3664586"/>
            <a:chExt cx="2078228" cy="356019"/>
          </a:xfrm>
        </p:grpSpPr>
        <p:sp>
          <p:nvSpPr>
            <p:cNvPr id="135" name="圓角矩形 4">
              <a:extLst>
                <a:ext uri="{FF2B5EF4-FFF2-40B4-BE49-F238E27FC236}">
                  <a16:creationId xmlns:a16="http://schemas.microsoft.com/office/drawing/2014/main" id="{386BC809-B919-4661-A74C-2019B00ED290}"/>
                </a:ext>
              </a:extLst>
            </p:cNvPr>
            <p:cNvSpPr/>
            <p:nvPr/>
          </p:nvSpPr>
          <p:spPr>
            <a:xfrm>
              <a:off x="4453412" y="3664586"/>
              <a:ext cx="2078228" cy="356019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377646"/>
                <a:gd name="connsiteX1" fmla="*/ 60115 w 4424680"/>
                <a:gd name="connsiteY1" fmla="*/ 0 h 377646"/>
                <a:gd name="connsiteX2" fmla="*/ 350520 w 4424680"/>
                <a:gd name="connsiteY2" fmla="*/ 0 h 377646"/>
                <a:gd name="connsiteX3" fmla="*/ 4364565 w 4424680"/>
                <a:gd name="connsiteY3" fmla="*/ 0 h 377646"/>
                <a:gd name="connsiteX4" fmla="*/ 4424680 w 4424680"/>
                <a:gd name="connsiteY4" fmla="*/ 60115 h 377646"/>
                <a:gd name="connsiteX5" fmla="*/ 4424680 w 4424680"/>
                <a:gd name="connsiteY5" fmla="*/ 300565 h 377646"/>
                <a:gd name="connsiteX6" fmla="*/ 4364565 w 4424680"/>
                <a:gd name="connsiteY6" fmla="*/ 360680 h 377646"/>
                <a:gd name="connsiteX7" fmla="*/ 330200 w 4424680"/>
                <a:gd name="connsiteY7" fmla="*/ 360680 h 377646"/>
                <a:gd name="connsiteX8" fmla="*/ 60115 w 4424680"/>
                <a:gd name="connsiteY8" fmla="*/ 360680 h 377646"/>
                <a:gd name="connsiteX9" fmla="*/ 0 w 4424680"/>
                <a:gd name="connsiteY9" fmla="*/ 300565 h 377646"/>
                <a:gd name="connsiteX10" fmla="*/ 0 w 4424680"/>
                <a:gd name="connsiteY10" fmla="*/ 60115 h 37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377646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127388" y="56799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70817" y="398855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6BBE4B39-0AC3-4EFF-A22F-4F6F96E0B7E6}"/>
                </a:ext>
              </a:extLst>
            </p:cNvPr>
            <p:cNvGrpSpPr/>
            <p:nvPr/>
          </p:nvGrpSpPr>
          <p:grpSpPr>
            <a:xfrm>
              <a:off x="4674869" y="3761106"/>
              <a:ext cx="1630687" cy="175260"/>
              <a:chOff x="1503044" y="2736215"/>
              <a:chExt cx="1630687" cy="175260"/>
            </a:xfrm>
          </p:grpSpPr>
          <p:sp>
            <p:nvSpPr>
              <p:cNvPr id="137" name="手繪多邊形: 圖案 10">
                <a:extLst>
                  <a:ext uri="{FF2B5EF4-FFF2-40B4-BE49-F238E27FC236}">
                    <a16:creationId xmlns:a16="http://schemas.microsoft.com/office/drawing/2014/main" id="{94D25983-3F23-4D59-B236-C42F5379605C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" name="手繪多邊形: 圖案 10">
                <a:extLst>
                  <a:ext uri="{FF2B5EF4-FFF2-40B4-BE49-F238E27FC236}">
                    <a16:creationId xmlns:a16="http://schemas.microsoft.com/office/drawing/2014/main" id="{F7952758-AF57-4C50-968B-85157F7CAE98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" name="手繪多邊形: 圖案 10">
                <a:extLst>
                  <a:ext uri="{FF2B5EF4-FFF2-40B4-BE49-F238E27FC236}">
                    <a16:creationId xmlns:a16="http://schemas.microsoft.com/office/drawing/2014/main" id="{4963A187-8107-4D37-9446-703079F4AB24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" name="手繪多邊形: 圖案 10">
                <a:extLst>
                  <a:ext uri="{FF2B5EF4-FFF2-40B4-BE49-F238E27FC236}">
                    <a16:creationId xmlns:a16="http://schemas.microsoft.com/office/drawing/2014/main" id="{3D2D591E-3600-4784-BD4A-DBA7A07BAB9D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" name="手繪多邊形: 圖案 10">
                <a:extLst>
                  <a:ext uri="{FF2B5EF4-FFF2-40B4-BE49-F238E27FC236}">
                    <a16:creationId xmlns:a16="http://schemas.microsoft.com/office/drawing/2014/main" id="{DCF20AA7-120F-4F19-9831-04A72E11E0B3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" name="手繪多邊形: 圖案 10">
                <a:extLst>
                  <a:ext uri="{FF2B5EF4-FFF2-40B4-BE49-F238E27FC236}">
                    <a16:creationId xmlns:a16="http://schemas.microsoft.com/office/drawing/2014/main" id="{EB9C056C-B7C7-4E23-A71D-EC51F4578A47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顯示數字</a:t>
            </a: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590</TotalTime>
  <Words>146</Words>
  <Application>Microsoft Office PowerPoint</Application>
  <PresentationFormat>寬螢幕</PresentationFormat>
  <Paragraphs>48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Times New Roman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AMANI</cp:lastModifiedBy>
  <cp:revision>38</cp:revision>
  <dcterms:created xsi:type="dcterms:W3CDTF">2023-12-14T09:26:15Z</dcterms:created>
  <dcterms:modified xsi:type="dcterms:W3CDTF">2023-12-23T12:02:31Z</dcterms:modified>
</cp:coreProperties>
</file>