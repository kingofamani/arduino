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278" y="-9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7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02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497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01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5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40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954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000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85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202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76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19EB3-9618-4DC9-9742-E69F5EF18F40}" type="datetimeFigureOut">
              <a:rPr lang="zh-TW" altLang="en-US" smtClean="0"/>
              <a:t>2023/12/18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576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913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手繪多邊形: 圖案 10"/>
          <p:cNvSpPr/>
          <p:nvPr/>
        </p:nvSpPr>
        <p:spPr>
          <a:xfrm>
            <a:off x="1302067" y="2223770"/>
            <a:ext cx="396875" cy="180975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en-US" sz="1200" kern="1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“  “</a:t>
            </a:r>
            <a:endParaRPr lang="zh-TW" sz="1200" kern="10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手繪多邊形: 圖案 10"/>
          <p:cNvSpPr/>
          <p:nvPr/>
        </p:nvSpPr>
        <p:spPr>
          <a:xfrm>
            <a:off x="1857374" y="2223770"/>
            <a:ext cx="390525" cy="175260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 algn="ctr">
              <a:spcAft>
                <a:spcPts val="0"/>
              </a:spcAft>
            </a:pPr>
            <a:r>
              <a:rPr 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0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7" name="圓角矩形 4"/>
          <p:cNvSpPr/>
          <p:nvPr/>
        </p:nvSpPr>
        <p:spPr>
          <a:xfrm>
            <a:off x="2076388" y="3698142"/>
            <a:ext cx="415585" cy="26670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停車    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0" name="群組 49"/>
          <p:cNvGrpSpPr/>
          <p:nvPr/>
        </p:nvGrpSpPr>
        <p:grpSpPr>
          <a:xfrm>
            <a:off x="1281587" y="2639695"/>
            <a:ext cx="1804513" cy="266700"/>
            <a:chOff x="1281587" y="2639695"/>
            <a:chExt cx="1804513" cy="266700"/>
          </a:xfrm>
        </p:grpSpPr>
        <p:sp>
          <p:nvSpPr>
            <p:cNvPr id="40" name="圓角矩形 4"/>
            <p:cNvSpPr/>
            <p:nvPr/>
          </p:nvSpPr>
          <p:spPr>
            <a:xfrm>
              <a:off x="1281587" y="2639695"/>
              <a:ext cx="1804513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200" kern="100" dirty="0" err="1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EN1~EN4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1" name="手繪多邊形: 圖案 10"/>
            <p:cNvSpPr/>
            <p:nvPr/>
          </p:nvSpPr>
          <p:spPr>
            <a:xfrm>
              <a:off x="1922144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2" name="手繪多邊形: 圖案 10"/>
            <p:cNvSpPr/>
            <p:nvPr/>
          </p:nvSpPr>
          <p:spPr>
            <a:xfrm>
              <a:off x="2203130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3" name="手繪多邊形: 圖案 10"/>
            <p:cNvSpPr/>
            <p:nvPr/>
          </p:nvSpPr>
          <p:spPr>
            <a:xfrm>
              <a:off x="2484116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4" name="手繪多邊形: 圖案 10"/>
            <p:cNvSpPr/>
            <p:nvPr/>
          </p:nvSpPr>
          <p:spPr>
            <a:xfrm>
              <a:off x="2765102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手繪多邊形: 圖案 22"/>
          <p:cNvSpPr/>
          <p:nvPr/>
        </p:nvSpPr>
        <p:spPr>
          <a:xfrm>
            <a:off x="4735830" y="2171065"/>
            <a:ext cx="1706880" cy="878156"/>
          </a:xfrm>
          <a:custGeom>
            <a:avLst/>
            <a:gdLst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66099 w 1606550"/>
              <a:gd name="connsiteY13" fmla="*/ 831850 h 831850"/>
              <a:gd name="connsiteX14" fmla="*/ 0 w 1606550"/>
              <a:gd name="connsiteY14" fmla="*/ 765751 h 831850"/>
              <a:gd name="connsiteX15" fmla="*/ 0 w 1606550"/>
              <a:gd name="connsiteY15" fmla="*/ 66099 h 831850"/>
              <a:gd name="connsiteX16" fmla="*/ 66099 w 1606550"/>
              <a:gd name="connsiteY16" fmla="*/ 0 h 831850"/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190061 w 1606550"/>
              <a:gd name="connsiteY13" fmla="*/ 831215 h 831850"/>
              <a:gd name="connsiteX14" fmla="*/ 66099 w 1606550"/>
              <a:gd name="connsiteY14" fmla="*/ 831850 h 831850"/>
              <a:gd name="connsiteX15" fmla="*/ 0 w 1606550"/>
              <a:gd name="connsiteY15" fmla="*/ 765751 h 831850"/>
              <a:gd name="connsiteX16" fmla="*/ 0 w 1606550"/>
              <a:gd name="connsiteY16" fmla="*/ 66099 h 831850"/>
              <a:gd name="connsiteX17" fmla="*/ 66099 w 1606550"/>
              <a:gd name="connsiteY17" fmla="*/ 0 h 831850"/>
              <a:gd name="connsiteX0" fmla="*/ 66099 w 1606550"/>
              <a:gd name="connsiteY0" fmla="*/ 0 h 838835"/>
              <a:gd name="connsiteX1" fmla="*/ 1540451 w 1606550"/>
              <a:gd name="connsiteY1" fmla="*/ 0 h 838835"/>
              <a:gd name="connsiteX2" fmla="*/ 1606550 w 1606550"/>
              <a:gd name="connsiteY2" fmla="*/ 66099 h 838835"/>
              <a:gd name="connsiteX3" fmla="*/ 1606550 w 1606550"/>
              <a:gd name="connsiteY3" fmla="*/ 346710 h 838835"/>
              <a:gd name="connsiteX4" fmla="*/ 553720 w 1606550"/>
              <a:gd name="connsiteY4" fmla="*/ 346710 h 838835"/>
              <a:gd name="connsiteX5" fmla="*/ 263315 w 1606550"/>
              <a:gd name="connsiteY5" fmla="*/ 346710 h 838835"/>
              <a:gd name="connsiteX6" fmla="*/ 203200 w 1606550"/>
              <a:gd name="connsiteY6" fmla="*/ 406825 h 838835"/>
              <a:gd name="connsiteX7" fmla="*/ 203200 w 1606550"/>
              <a:gd name="connsiteY7" fmla="*/ 647275 h 838835"/>
              <a:gd name="connsiteX8" fmla="*/ 263315 w 1606550"/>
              <a:gd name="connsiteY8" fmla="*/ 707390 h 838835"/>
              <a:gd name="connsiteX9" fmla="*/ 533400 w 1606550"/>
              <a:gd name="connsiteY9" fmla="*/ 707390 h 838835"/>
              <a:gd name="connsiteX10" fmla="*/ 1606550 w 1606550"/>
              <a:gd name="connsiteY10" fmla="*/ 707390 h 838835"/>
              <a:gd name="connsiteX11" fmla="*/ 1606550 w 1606550"/>
              <a:gd name="connsiteY11" fmla="*/ 765751 h 838835"/>
              <a:gd name="connsiteX12" fmla="*/ 1540451 w 1606550"/>
              <a:gd name="connsiteY12" fmla="*/ 831850 h 838835"/>
              <a:gd name="connsiteX13" fmla="*/ 326330 w 1606550"/>
              <a:gd name="connsiteY13" fmla="*/ 838835 h 838835"/>
              <a:gd name="connsiteX14" fmla="*/ 190061 w 1606550"/>
              <a:gd name="connsiteY14" fmla="*/ 831215 h 838835"/>
              <a:gd name="connsiteX15" fmla="*/ 66099 w 1606550"/>
              <a:gd name="connsiteY15" fmla="*/ 831850 h 838835"/>
              <a:gd name="connsiteX16" fmla="*/ 0 w 1606550"/>
              <a:gd name="connsiteY16" fmla="*/ 765751 h 838835"/>
              <a:gd name="connsiteX17" fmla="*/ 0 w 1606550"/>
              <a:gd name="connsiteY17" fmla="*/ 66099 h 838835"/>
              <a:gd name="connsiteX18" fmla="*/ 66099 w 1606550"/>
              <a:gd name="connsiteY18" fmla="*/ 0 h 838835"/>
              <a:gd name="connsiteX0" fmla="*/ 66099 w 1606550"/>
              <a:gd name="connsiteY0" fmla="*/ 0 h 866844"/>
              <a:gd name="connsiteX1" fmla="*/ 1540451 w 1606550"/>
              <a:gd name="connsiteY1" fmla="*/ 0 h 866844"/>
              <a:gd name="connsiteX2" fmla="*/ 1606550 w 1606550"/>
              <a:gd name="connsiteY2" fmla="*/ 66099 h 866844"/>
              <a:gd name="connsiteX3" fmla="*/ 1606550 w 1606550"/>
              <a:gd name="connsiteY3" fmla="*/ 346710 h 866844"/>
              <a:gd name="connsiteX4" fmla="*/ 553720 w 1606550"/>
              <a:gd name="connsiteY4" fmla="*/ 346710 h 866844"/>
              <a:gd name="connsiteX5" fmla="*/ 263315 w 1606550"/>
              <a:gd name="connsiteY5" fmla="*/ 346710 h 866844"/>
              <a:gd name="connsiteX6" fmla="*/ 203200 w 1606550"/>
              <a:gd name="connsiteY6" fmla="*/ 406825 h 866844"/>
              <a:gd name="connsiteX7" fmla="*/ 203200 w 1606550"/>
              <a:gd name="connsiteY7" fmla="*/ 647275 h 866844"/>
              <a:gd name="connsiteX8" fmla="*/ 263315 w 1606550"/>
              <a:gd name="connsiteY8" fmla="*/ 707390 h 866844"/>
              <a:gd name="connsiteX9" fmla="*/ 533400 w 1606550"/>
              <a:gd name="connsiteY9" fmla="*/ 707390 h 866844"/>
              <a:gd name="connsiteX10" fmla="*/ 1606550 w 1606550"/>
              <a:gd name="connsiteY10" fmla="*/ 707390 h 866844"/>
              <a:gd name="connsiteX11" fmla="*/ 1606550 w 1606550"/>
              <a:gd name="connsiteY11" fmla="*/ 765751 h 866844"/>
              <a:gd name="connsiteX12" fmla="*/ 1540451 w 1606550"/>
              <a:gd name="connsiteY12" fmla="*/ 831850 h 866844"/>
              <a:gd name="connsiteX13" fmla="*/ 326330 w 1606550"/>
              <a:gd name="connsiteY13" fmla="*/ 838835 h 866844"/>
              <a:gd name="connsiteX14" fmla="*/ 190061 w 1606550"/>
              <a:gd name="connsiteY14" fmla="*/ 831215 h 866844"/>
              <a:gd name="connsiteX15" fmla="*/ 66099 w 1606550"/>
              <a:gd name="connsiteY15" fmla="*/ 831850 h 866844"/>
              <a:gd name="connsiteX16" fmla="*/ 0 w 1606550"/>
              <a:gd name="connsiteY16" fmla="*/ 765751 h 866844"/>
              <a:gd name="connsiteX17" fmla="*/ 0 w 1606550"/>
              <a:gd name="connsiteY17" fmla="*/ 66099 h 866844"/>
              <a:gd name="connsiteX18" fmla="*/ 66099 w 1606550"/>
              <a:gd name="connsiteY18" fmla="*/ 0 h 866844"/>
              <a:gd name="connsiteX0" fmla="*/ 66099 w 1606550"/>
              <a:gd name="connsiteY0" fmla="*/ 0 h 871170"/>
              <a:gd name="connsiteX1" fmla="*/ 1540451 w 1606550"/>
              <a:gd name="connsiteY1" fmla="*/ 0 h 871170"/>
              <a:gd name="connsiteX2" fmla="*/ 1606550 w 1606550"/>
              <a:gd name="connsiteY2" fmla="*/ 66099 h 871170"/>
              <a:gd name="connsiteX3" fmla="*/ 1606550 w 1606550"/>
              <a:gd name="connsiteY3" fmla="*/ 346710 h 871170"/>
              <a:gd name="connsiteX4" fmla="*/ 553720 w 1606550"/>
              <a:gd name="connsiteY4" fmla="*/ 346710 h 871170"/>
              <a:gd name="connsiteX5" fmla="*/ 263315 w 1606550"/>
              <a:gd name="connsiteY5" fmla="*/ 346710 h 871170"/>
              <a:gd name="connsiteX6" fmla="*/ 203200 w 1606550"/>
              <a:gd name="connsiteY6" fmla="*/ 406825 h 871170"/>
              <a:gd name="connsiteX7" fmla="*/ 203200 w 1606550"/>
              <a:gd name="connsiteY7" fmla="*/ 647275 h 871170"/>
              <a:gd name="connsiteX8" fmla="*/ 263315 w 1606550"/>
              <a:gd name="connsiteY8" fmla="*/ 707390 h 871170"/>
              <a:gd name="connsiteX9" fmla="*/ 533400 w 1606550"/>
              <a:gd name="connsiteY9" fmla="*/ 707390 h 871170"/>
              <a:gd name="connsiteX10" fmla="*/ 1606550 w 1606550"/>
              <a:gd name="connsiteY10" fmla="*/ 707390 h 871170"/>
              <a:gd name="connsiteX11" fmla="*/ 1606550 w 1606550"/>
              <a:gd name="connsiteY11" fmla="*/ 765751 h 871170"/>
              <a:gd name="connsiteX12" fmla="*/ 1540451 w 1606550"/>
              <a:gd name="connsiteY12" fmla="*/ 831850 h 871170"/>
              <a:gd name="connsiteX13" fmla="*/ 326330 w 1606550"/>
              <a:gd name="connsiteY13" fmla="*/ 838835 h 871170"/>
              <a:gd name="connsiteX14" fmla="*/ 190061 w 1606550"/>
              <a:gd name="connsiteY14" fmla="*/ 831215 h 871170"/>
              <a:gd name="connsiteX15" fmla="*/ 66099 w 1606550"/>
              <a:gd name="connsiteY15" fmla="*/ 831850 h 871170"/>
              <a:gd name="connsiteX16" fmla="*/ 0 w 1606550"/>
              <a:gd name="connsiteY16" fmla="*/ 765751 h 871170"/>
              <a:gd name="connsiteX17" fmla="*/ 0 w 1606550"/>
              <a:gd name="connsiteY17" fmla="*/ 66099 h 871170"/>
              <a:gd name="connsiteX18" fmla="*/ 66099 w 1606550"/>
              <a:gd name="connsiteY18" fmla="*/ 0 h 871170"/>
              <a:gd name="connsiteX0" fmla="*/ 66099 w 1606550"/>
              <a:gd name="connsiteY0" fmla="*/ 0 h 871170"/>
              <a:gd name="connsiteX1" fmla="*/ 186475 w 1606550"/>
              <a:gd name="connsiteY1" fmla="*/ 634 h 871170"/>
              <a:gd name="connsiteX2" fmla="*/ 1540451 w 1606550"/>
              <a:gd name="connsiteY2" fmla="*/ 0 h 871170"/>
              <a:gd name="connsiteX3" fmla="*/ 1606550 w 1606550"/>
              <a:gd name="connsiteY3" fmla="*/ 66099 h 871170"/>
              <a:gd name="connsiteX4" fmla="*/ 1606550 w 1606550"/>
              <a:gd name="connsiteY4" fmla="*/ 346710 h 871170"/>
              <a:gd name="connsiteX5" fmla="*/ 553720 w 1606550"/>
              <a:gd name="connsiteY5" fmla="*/ 346710 h 871170"/>
              <a:gd name="connsiteX6" fmla="*/ 263315 w 1606550"/>
              <a:gd name="connsiteY6" fmla="*/ 346710 h 871170"/>
              <a:gd name="connsiteX7" fmla="*/ 203200 w 1606550"/>
              <a:gd name="connsiteY7" fmla="*/ 406825 h 871170"/>
              <a:gd name="connsiteX8" fmla="*/ 203200 w 1606550"/>
              <a:gd name="connsiteY8" fmla="*/ 647275 h 871170"/>
              <a:gd name="connsiteX9" fmla="*/ 263315 w 1606550"/>
              <a:gd name="connsiteY9" fmla="*/ 707390 h 871170"/>
              <a:gd name="connsiteX10" fmla="*/ 533400 w 1606550"/>
              <a:gd name="connsiteY10" fmla="*/ 707390 h 871170"/>
              <a:gd name="connsiteX11" fmla="*/ 1606550 w 1606550"/>
              <a:gd name="connsiteY11" fmla="*/ 707390 h 871170"/>
              <a:gd name="connsiteX12" fmla="*/ 1606550 w 1606550"/>
              <a:gd name="connsiteY12" fmla="*/ 765751 h 871170"/>
              <a:gd name="connsiteX13" fmla="*/ 1540451 w 1606550"/>
              <a:gd name="connsiteY13" fmla="*/ 831850 h 871170"/>
              <a:gd name="connsiteX14" fmla="*/ 326330 w 1606550"/>
              <a:gd name="connsiteY14" fmla="*/ 838835 h 871170"/>
              <a:gd name="connsiteX15" fmla="*/ 190061 w 1606550"/>
              <a:gd name="connsiteY15" fmla="*/ 831215 h 871170"/>
              <a:gd name="connsiteX16" fmla="*/ 66099 w 1606550"/>
              <a:gd name="connsiteY16" fmla="*/ 831850 h 871170"/>
              <a:gd name="connsiteX17" fmla="*/ 0 w 1606550"/>
              <a:gd name="connsiteY17" fmla="*/ 765751 h 871170"/>
              <a:gd name="connsiteX18" fmla="*/ 0 w 1606550"/>
              <a:gd name="connsiteY18" fmla="*/ 66099 h 871170"/>
              <a:gd name="connsiteX19" fmla="*/ 66099 w 1606550"/>
              <a:gd name="connsiteY19" fmla="*/ 0 h 871170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606550" h="878156">
                <a:moveTo>
                  <a:pt x="66099" y="6986"/>
                </a:moveTo>
                <a:lnTo>
                  <a:pt x="186475" y="7620"/>
                </a:lnTo>
                <a:cubicBezTo>
                  <a:pt x="233093" y="46990"/>
                  <a:pt x="261782" y="67310"/>
                  <a:pt x="315572" y="0"/>
                </a:cubicBezTo>
                <a:lnTo>
                  <a:pt x="1540451" y="6986"/>
                </a:lnTo>
                <a:cubicBezTo>
                  <a:pt x="1576956" y="6986"/>
                  <a:pt x="1606550" y="36580"/>
                  <a:pt x="1606550" y="73085"/>
                </a:cubicBezTo>
                <a:lnTo>
                  <a:pt x="1606550" y="353696"/>
                </a:lnTo>
                <a:lnTo>
                  <a:pt x="553720" y="353696"/>
                </a:lnTo>
                <a:cubicBezTo>
                  <a:pt x="411198" y="475616"/>
                  <a:pt x="360117" y="353696"/>
                  <a:pt x="263315" y="353696"/>
                </a:cubicBezTo>
                <a:cubicBezTo>
                  <a:pt x="230114" y="353696"/>
                  <a:pt x="203200" y="380610"/>
                  <a:pt x="203200" y="413811"/>
                </a:cubicBezTo>
                <a:lnTo>
                  <a:pt x="203200" y="654261"/>
                </a:lnTo>
                <a:cubicBezTo>
                  <a:pt x="203200" y="687462"/>
                  <a:pt x="230114" y="714376"/>
                  <a:pt x="263315" y="714376"/>
                </a:cubicBezTo>
                <a:cubicBezTo>
                  <a:pt x="353343" y="714376"/>
                  <a:pt x="341772" y="851536"/>
                  <a:pt x="533400" y="714376"/>
                </a:cubicBezTo>
                <a:lnTo>
                  <a:pt x="1606550" y="714376"/>
                </a:lnTo>
                <a:lnTo>
                  <a:pt x="1606550" y="772737"/>
                </a:lnTo>
                <a:cubicBezTo>
                  <a:pt x="1606550" y="809242"/>
                  <a:pt x="1576956" y="838836"/>
                  <a:pt x="1540451" y="838836"/>
                </a:cubicBezTo>
                <a:lnTo>
                  <a:pt x="326330" y="845821"/>
                </a:lnTo>
                <a:cubicBezTo>
                  <a:pt x="273735" y="911861"/>
                  <a:pt x="249828" y="859791"/>
                  <a:pt x="190061" y="838201"/>
                </a:cubicBezTo>
                <a:lnTo>
                  <a:pt x="66099" y="838836"/>
                </a:lnTo>
                <a:cubicBezTo>
                  <a:pt x="29594" y="838836"/>
                  <a:pt x="0" y="809242"/>
                  <a:pt x="0" y="772737"/>
                </a:cubicBezTo>
                <a:lnTo>
                  <a:pt x="0" y="73085"/>
                </a:lnTo>
                <a:cubicBezTo>
                  <a:pt x="0" y="36580"/>
                  <a:pt x="29594" y="6986"/>
                  <a:pt x="66099" y="698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當</a:t>
            </a:r>
            <a:r>
              <a:rPr lang="zh-TW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接收</a:t>
            </a:r>
            <a:r>
              <a:rPr lang="en-US" sz="1200" kern="100" dirty="0" err="1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</a:t>
            </a:r>
            <a:r>
              <a:rPr lang="zh-TW" altLang="en-US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時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2" name="圓角矩形 48"/>
          <p:cNvSpPr/>
          <p:nvPr/>
        </p:nvSpPr>
        <p:spPr>
          <a:xfrm>
            <a:off x="3141502" y="2415540"/>
            <a:ext cx="1463041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zh-TW" altLang="en-US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altLang="zh-TW" sz="1200" kern="100" dirty="0" err="1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4" name="圓角矩形 48"/>
          <p:cNvSpPr/>
          <p:nvPr/>
        </p:nvSpPr>
        <p:spPr>
          <a:xfrm>
            <a:off x="1122279" y="4744362"/>
            <a:ext cx="954109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63500">
              <a:spcAft>
                <a:spcPts val="0"/>
              </a:spcAft>
            </a:pPr>
            <a:r>
              <a:rPr lang="zh-TW" altLang="en-US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按下簽收鈕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5" name="群組 54"/>
          <p:cNvGrpSpPr/>
          <p:nvPr/>
        </p:nvGrpSpPr>
        <p:grpSpPr>
          <a:xfrm>
            <a:off x="2811029" y="4738669"/>
            <a:ext cx="550142" cy="238125"/>
            <a:chOff x="-459817" y="0"/>
            <a:chExt cx="550713" cy="238539"/>
          </a:xfrm>
        </p:grpSpPr>
        <p:sp>
          <p:nvSpPr>
            <p:cNvPr id="59" name="圓角矩形 58"/>
            <p:cNvSpPr/>
            <p:nvPr/>
          </p:nvSpPr>
          <p:spPr>
            <a:xfrm>
              <a:off x="-459817" y="0"/>
              <a:ext cx="550713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6200">
                <a:spcAft>
                  <a:spcPts val="0"/>
                </a:spcAft>
              </a:pPr>
              <a:r>
                <a:rPr lang="en-US" sz="1200" b="1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20%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0" name="等腰三角形 59"/>
            <p:cNvSpPr/>
            <p:nvPr/>
          </p:nvSpPr>
          <p:spPr>
            <a:xfrm rot="10800000">
              <a:off x="-115805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62" name="群組 61"/>
          <p:cNvGrpSpPr/>
          <p:nvPr/>
        </p:nvGrpSpPr>
        <p:grpSpPr>
          <a:xfrm>
            <a:off x="4783772" y="3126007"/>
            <a:ext cx="452755" cy="238125"/>
            <a:chOff x="0" y="0"/>
            <a:chExt cx="453225" cy="238539"/>
          </a:xfrm>
        </p:grpSpPr>
        <p:sp>
          <p:nvSpPr>
            <p:cNvPr id="63" name="圓角矩形 62"/>
            <p:cNvSpPr/>
            <p:nvPr/>
          </p:nvSpPr>
          <p:spPr>
            <a:xfrm>
              <a:off x="0" y="0"/>
              <a:ext cx="45322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4" name="等腰三角形 63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74" name="群組 73"/>
          <p:cNvGrpSpPr/>
          <p:nvPr/>
        </p:nvGrpSpPr>
        <p:grpSpPr>
          <a:xfrm>
            <a:off x="5065391" y="3395296"/>
            <a:ext cx="3217549" cy="421640"/>
            <a:chOff x="2874641" y="3733653"/>
            <a:chExt cx="3217549" cy="421640"/>
          </a:xfrm>
        </p:grpSpPr>
        <p:sp>
          <p:nvSpPr>
            <p:cNvPr id="61" name="圓角矩形 4"/>
            <p:cNvSpPr/>
            <p:nvPr/>
          </p:nvSpPr>
          <p:spPr>
            <a:xfrm>
              <a:off x="2874641" y="3733653"/>
              <a:ext cx="3217549" cy="42164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                  </a:t>
              </a:r>
              <a:r>
                <a:rPr lang="zh-TW" alt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設定為                     角度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65" name="群組 64"/>
            <p:cNvGrpSpPr/>
            <p:nvPr/>
          </p:nvGrpSpPr>
          <p:grpSpPr>
            <a:xfrm>
              <a:off x="3022917" y="3804187"/>
              <a:ext cx="1206183" cy="238125"/>
              <a:chOff x="-754210" y="0"/>
              <a:chExt cx="1207435" cy="238539"/>
            </a:xfrm>
          </p:grpSpPr>
          <p:sp>
            <p:nvSpPr>
              <p:cNvPr id="66" name="圓角矩形 65"/>
              <p:cNvSpPr/>
              <p:nvPr/>
            </p:nvSpPr>
            <p:spPr>
              <a:xfrm>
                <a:off x="-754210" y="0"/>
                <a:ext cx="1207435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貨斗伺服馬達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等腰三角形 66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  <p:grpSp>
          <p:nvGrpSpPr>
            <p:cNvPr id="71" name="群組 70"/>
            <p:cNvGrpSpPr/>
            <p:nvPr/>
          </p:nvGrpSpPr>
          <p:grpSpPr>
            <a:xfrm>
              <a:off x="4814802" y="3798374"/>
              <a:ext cx="605155" cy="238125"/>
              <a:chOff x="-152558" y="0"/>
              <a:chExt cx="605783" cy="238539"/>
            </a:xfrm>
          </p:grpSpPr>
          <p:sp>
            <p:nvSpPr>
              <p:cNvPr id="72" name="圓角矩形 71"/>
              <p:cNvSpPr/>
              <p:nvPr/>
            </p:nvSpPr>
            <p:spPr>
              <a:xfrm>
                <a:off x="-152558" y="0"/>
                <a:ext cx="60578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打開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等腰三角形 72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sp>
        <p:nvSpPr>
          <p:cNvPr id="77" name="圓角矩形 4"/>
          <p:cNvSpPr/>
          <p:nvPr/>
        </p:nvSpPr>
        <p:spPr>
          <a:xfrm>
            <a:off x="1938336" y="3312037"/>
            <a:ext cx="1310637" cy="295959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smtClean="0">
                <a:cs typeface="Times New Roman" panose="02020603050405020304" pitchFamily="18" charset="0"/>
              </a:rPr>
              <a:t>Statements</a:t>
            </a:r>
            <a:r>
              <a:rPr lang="zh-TW" altLang="en-US" sz="1200" kern="100" dirty="0" smtClean="0">
                <a:cs typeface="Times New Roman" panose="02020603050405020304" pitchFamily="18" charset="0"/>
              </a:rPr>
              <a:t>區塊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86" name="群組 85"/>
          <p:cNvGrpSpPr/>
          <p:nvPr/>
        </p:nvGrpSpPr>
        <p:grpSpPr>
          <a:xfrm>
            <a:off x="2949411" y="3908161"/>
            <a:ext cx="1128375" cy="152442"/>
            <a:chOff x="-754210" y="0"/>
            <a:chExt cx="1207435" cy="238539"/>
          </a:xfrm>
        </p:grpSpPr>
        <p:sp>
          <p:nvSpPr>
            <p:cNvPr id="90" name="圓角矩形 89"/>
            <p:cNvSpPr/>
            <p:nvPr/>
          </p:nvSpPr>
          <p:spPr>
            <a:xfrm>
              <a:off x="-754210" y="0"/>
              <a:ext cx="120743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貨斗伺服馬達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1" name="等腰三角形 90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1000"/>
            </a:p>
          </p:txBody>
        </p:sp>
      </p:grpSp>
      <p:grpSp>
        <p:nvGrpSpPr>
          <p:cNvPr id="2" name="群組 1"/>
          <p:cNvGrpSpPr/>
          <p:nvPr/>
        </p:nvGrpSpPr>
        <p:grpSpPr>
          <a:xfrm>
            <a:off x="4077786" y="3867784"/>
            <a:ext cx="2785294" cy="413020"/>
            <a:chOff x="4077786" y="3867784"/>
            <a:chExt cx="2785294" cy="413020"/>
          </a:xfrm>
        </p:grpSpPr>
        <p:sp>
          <p:nvSpPr>
            <p:cNvPr id="85" name="圓角矩形 4"/>
            <p:cNvSpPr/>
            <p:nvPr/>
          </p:nvSpPr>
          <p:spPr>
            <a:xfrm>
              <a:off x="4077786" y="3867784"/>
              <a:ext cx="278529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AI</a:t>
              </a: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識別模式切換為</a:t>
              </a: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: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2" name="群組 91"/>
            <p:cNvGrpSpPr/>
            <p:nvPr/>
          </p:nvGrpSpPr>
          <p:grpSpPr>
            <a:xfrm>
              <a:off x="5236526" y="3935730"/>
              <a:ext cx="1502997" cy="233257"/>
              <a:chOff x="-1073284" y="0"/>
              <a:chExt cx="1526510" cy="238539"/>
            </a:xfrm>
          </p:grpSpPr>
          <p:sp>
            <p:nvSpPr>
              <p:cNvPr id="93" name="圓角矩形 92"/>
              <p:cNvSpPr/>
              <p:nvPr/>
            </p:nvSpPr>
            <p:spPr>
              <a:xfrm>
                <a:off x="-1073284" y="0"/>
                <a:ext cx="152651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en-US" altLang="zh-TW" sz="1000" kern="100" dirty="0" err="1">
                    <a:cs typeface="Times New Roman" panose="02020603050405020304" pitchFamily="18" charset="0"/>
                  </a:rPr>
                  <a:t>ALGORITHM_OBJECT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等腰三角形 93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grpSp>
        <p:nvGrpSpPr>
          <p:cNvPr id="101" name="群組 100"/>
          <p:cNvGrpSpPr/>
          <p:nvPr/>
        </p:nvGrpSpPr>
        <p:grpSpPr>
          <a:xfrm>
            <a:off x="3339224" y="3418838"/>
            <a:ext cx="1591630" cy="263525"/>
            <a:chOff x="2203130" y="4497459"/>
            <a:chExt cx="1591630" cy="263525"/>
          </a:xfrm>
        </p:grpSpPr>
        <p:sp>
          <p:nvSpPr>
            <p:cNvPr id="97" name="圓角矩形 48"/>
            <p:cNvSpPr/>
            <p:nvPr/>
          </p:nvSpPr>
          <p:spPr>
            <a:xfrm>
              <a:off x="2203130" y="4497459"/>
              <a:ext cx="1591630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</a:t>
              </a: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循跡感測被觸發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8" name="群組 97"/>
            <p:cNvGrpSpPr/>
            <p:nvPr/>
          </p:nvGrpSpPr>
          <p:grpSpPr>
            <a:xfrm>
              <a:off x="2306002" y="4510843"/>
              <a:ext cx="568639" cy="238125"/>
              <a:chOff x="-375357" y="0"/>
              <a:chExt cx="569230" cy="238539"/>
            </a:xfrm>
          </p:grpSpPr>
          <p:sp>
            <p:nvSpPr>
              <p:cNvPr id="99" name="圓角矩形 98"/>
              <p:cNvSpPr/>
              <p:nvPr/>
            </p:nvSpPr>
            <p:spPr>
              <a:xfrm>
                <a:off x="-375357" y="0"/>
                <a:ext cx="56923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zh-TW" altLang="en-US" sz="105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前方</a:t>
                </a:r>
                <a:endParaRPr lang="zh-TW" sz="105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等腰三角形 99"/>
              <p:cNvSpPr/>
              <p:nvPr/>
            </p:nvSpPr>
            <p:spPr>
              <a:xfrm rot="10800000">
                <a:off x="-12847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110" name="群組 109"/>
          <p:cNvGrpSpPr/>
          <p:nvPr/>
        </p:nvGrpSpPr>
        <p:grpSpPr>
          <a:xfrm>
            <a:off x="4690033" y="4491548"/>
            <a:ext cx="1478357" cy="413020"/>
            <a:chOff x="4690033" y="4491548"/>
            <a:chExt cx="1478357" cy="413020"/>
          </a:xfrm>
        </p:grpSpPr>
        <p:sp>
          <p:nvSpPr>
            <p:cNvPr id="103" name="圓角矩形 4"/>
            <p:cNvSpPr/>
            <p:nvPr/>
          </p:nvSpPr>
          <p:spPr>
            <a:xfrm>
              <a:off x="4690033" y="4491548"/>
              <a:ext cx="1478357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車頭轉向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04" name="群組 103"/>
            <p:cNvGrpSpPr/>
            <p:nvPr/>
          </p:nvGrpSpPr>
          <p:grpSpPr>
            <a:xfrm>
              <a:off x="5349240" y="4551199"/>
              <a:ext cx="595754" cy="233257"/>
              <a:chOff x="-151849" y="0"/>
              <a:chExt cx="605074" cy="238539"/>
            </a:xfrm>
          </p:grpSpPr>
          <p:sp>
            <p:nvSpPr>
              <p:cNvPr id="108" name="圓角矩形 107"/>
              <p:cNvSpPr/>
              <p:nvPr/>
            </p:nvSpPr>
            <p:spPr>
              <a:xfrm>
                <a:off x="-151849" y="0"/>
                <a:ext cx="605074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 smtClean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朝下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等腰三角形 10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sp>
        <p:nvSpPr>
          <p:cNvPr id="111" name="圓角矩形 48"/>
          <p:cNvSpPr/>
          <p:nvPr/>
        </p:nvSpPr>
        <p:spPr>
          <a:xfrm>
            <a:off x="1468986" y="4289971"/>
            <a:ext cx="1515194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en-US" altLang="zh-TW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A*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演算法有找到路徑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圓角矩形 4"/>
          <p:cNvSpPr/>
          <p:nvPr/>
        </p:nvSpPr>
        <p:spPr>
          <a:xfrm>
            <a:off x="7250962" y="2012950"/>
            <a:ext cx="2435260" cy="42164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AI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鏡頭朝向</a:t>
            </a: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,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準備人臉識別收貨人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7" name="圓角矩形 48"/>
          <p:cNvSpPr/>
          <p:nvPr/>
        </p:nvSpPr>
        <p:spPr>
          <a:xfrm>
            <a:off x="7005552" y="3012977"/>
            <a:ext cx="1463040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58" name="群組 57"/>
          <p:cNvGrpSpPr/>
          <p:nvPr/>
        </p:nvGrpSpPr>
        <p:grpSpPr>
          <a:xfrm>
            <a:off x="6739522" y="4667827"/>
            <a:ext cx="1617078" cy="412750"/>
            <a:chOff x="-250803" y="0"/>
            <a:chExt cx="1617162" cy="413020"/>
          </a:xfrm>
        </p:grpSpPr>
        <p:sp>
          <p:nvSpPr>
            <p:cNvPr id="68" name="圓角矩形 4"/>
            <p:cNvSpPr/>
            <p:nvPr/>
          </p:nvSpPr>
          <p:spPr>
            <a:xfrm>
              <a:off x="-250803" y="0"/>
              <a:ext cx="1617162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sz="100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車子執行</a:t>
              </a:r>
              <a:endParaRPr lang="zh-TW" sz="1200">
                <a:effectLst/>
                <a:latin typeface="新細明體" panose="02020500000000000000" pitchFamily="18" charset="-120"/>
                <a:ea typeface="新細明體" panose="02020500000000000000" pitchFamily="18" charset="-120"/>
                <a:cs typeface="新細明體" panose="02020500000000000000" pitchFamily="18" charset="-120"/>
              </a:endParaRPr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408438" y="59651"/>
              <a:ext cx="846523" cy="233257"/>
              <a:chOff x="404515" y="59651"/>
              <a:chExt cx="859766" cy="238539"/>
            </a:xfrm>
          </p:grpSpPr>
          <p:sp>
            <p:nvSpPr>
              <p:cNvPr id="70" name="圓角矩形 69"/>
              <p:cNvSpPr/>
              <p:nvPr/>
            </p:nvSpPr>
            <p:spPr>
              <a:xfrm>
                <a:off x="404515" y="59651"/>
                <a:ext cx="859766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4135">
                  <a:spcAft>
                    <a:spcPts val="0"/>
                  </a:spcAft>
                </a:pPr>
                <a:r>
                  <a:rPr lang="zh-TW" altLang="en-US" sz="1000" dirty="0" smtClean="0">
                    <a:solidFill>
                      <a:srgbClr val="000000"/>
                    </a:solidFill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對角右進</a:t>
                </a:r>
                <a:endParaRPr lang="zh-TW" sz="1200" dirty="0">
                  <a:effectLst/>
                  <a:latin typeface="新細明體" panose="02020500000000000000" pitchFamily="18" charset="-120"/>
                  <a:ea typeface="新細明體" panose="02020500000000000000" pitchFamily="18" charset="-120"/>
                  <a:cs typeface="新細明體" panose="02020500000000000000" pitchFamily="18" charset="-120"/>
                </a:endParaRPr>
              </a:p>
            </p:txBody>
          </p:sp>
          <p:sp>
            <p:nvSpPr>
              <p:cNvPr id="75" name="等腰三角形 74"/>
              <p:cNvSpPr/>
              <p:nvPr/>
            </p:nvSpPr>
            <p:spPr>
              <a:xfrm rot="10800000">
                <a:off x="1057547" y="131213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3" name="群組 2"/>
          <p:cNvGrpSpPr/>
          <p:nvPr/>
        </p:nvGrpSpPr>
        <p:grpSpPr>
          <a:xfrm>
            <a:off x="3084004" y="4409684"/>
            <a:ext cx="800584" cy="266700"/>
            <a:chOff x="3084004" y="4409684"/>
            <a:chExt cx="800584" cy="266700"/>
          </a:xfrm>
        </p:grpSpPr>
        <p:sp>
          <p:nvSpPr>
            <p:cNvPr id="78" name="圓角矩形 4"/>
            <p:cNvSpPr/>
            <p:nvPr/>
          </p:nvSpPr>
          <p:spPr>
            <a:xfrm>
              <a:off x="3084004" y="4409684"/>
              <a:ext cx="800584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2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觸發值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79" name="手繪多邊形: 圖案 10"/>
            <p:cNvSpPr/>
            <p:nvPr/>
          </p:nvSpPr>
          <p:spPr>
            <a:xfrm>
              <a:off x="3592480" y="4449054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 smtClean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1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3723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圓角矩形 4"/>
          <p:cNvSpPr/>
          <p:nvPr/>
        </p:nvSpPr>
        <p:spPr>
          <a:xfrm>
            <a:off x="8608060" y="3530600"/>
            <a:ext cx="2078228" cy="29921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4</a:t>
            </a:r>
            <a:r>
              <a: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位數字顯示模組 顯示</a:t>
            </a:r>
            <a:r>
              <a:rPr lang="zh-TW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數字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3" name="手繪多邊形 12"/>
          <p:cNvSpPr/>
          <p:nvPr/>
        </p:nvSpPr>
        <p:spPr>
          <a:xfrm>
            <a:off x="1969799" y="1894332"/>
            <a:ext cx="1888891" cy="1324356"/>
          </a:xfrm>
          <a:custGeom>
            <a:avLst/>
            <a:gdLst>
              <a:gd name="connsiteX0" fmla="*/ 160364 w 1888891"/>
              <a:gd name="connsiteY0" fmla="*/ 1320015 h 1324356"/>
              <a:gd name="connsiteX1" fmla="*/ 162989 w 1888891"/>
              <a:gd name="connsiteY1" fmla="*/ 1320867 h 1324356"/>
              <a:gd name="connsiteX2" fmla="*/ 158683 w 1888891"/>
              <a:gd name="connsiteY2" fmla="*/ 1324321 h 1324356"/>
              <a:gd name="connsiteX3" fmla="*/ 37121 w 1888891"/>
              <a:gd name="connsiteY3" fmla="*/ 0 h 1324356"/>
              <a:gd name="connsiteX4" fmla="*/ 159350 w 1888891"/>
              <a:gd name="connsiteY4" fmla="*/ 0 h 1324356"/>
              <a:gd name="connsiteX5" fmla="*/ 1848828 w 1888891"/>
              <a:gd name="connsiteY5" fmla="*/ 0 h 1324356"/>
              <a:gd name="connsiteX6" fmla="*/ 1874130 w 1888891"/>
              <a:gd name="connsiteY6" fmla="*/ 30296 h 1324356"/>
              <a:gd name="connsiteX7" fmla="*/ 1874130 w 1888891"/>
              <a:gd name="connsiteY7" fmla="*/ 151475 h 1324356"/>
              <a:gd name="connsiteX8" fmla="*/ 1875409 w 1888891"/>
              <a:gd name="connsiteY8" fmla="*/ 218558 h 1324356"/>
              <a:gd name="connsiteX9" fmla="*/ 1875639 w 1888891"/>
              <a:gd name="connsiteY9" fmla="*/ 230268 h 1324356"/>
              <a:gd name="connsiteX10" fmla="*/ 1200673 w 1888891"/>
              <a:gd name="connsiteY10" fmla="*/ 230268 h 1324356"/>
              <a:gd name="connsiteX11" fmla="*/ 1064273 w 1888891"/>
              <a:gd name="connsiteY11" fmla="*/ 230268 h 1324356"/>
              <a:gd name="connsiteX12" fmla="*/ 1036037 w 1888891"/>
              <a:gd name="connsiteY12" fmla="*/ 272928 h 1324356"/>
              <a:gd name="connsiteX13" fmla="*/ 1036037 w 1888891"/>
              <a:gd name="connsiteY13" fmla="*/ 443561 h 1324356"/>
              <a:gd name="connsiteX14" fmla="*/ 1064273 w 1888891"/>
              <a:gd name="connsiteY14" fmla="*/ 486221 h 1324356"/>
              <a:gd name="connsiteX15" fmla="*/ 1191129 w 1888891"/>
              <a:gd name="connsiteY15" fmla="*/ 486221 h 1324356"/>
              <a:gd name="connsiteX16" fmla="*/ 1880476 w 1888891"/>
              <a:gd name="connsiteY16" fmla="*/ 486221 h 1324356"/>
              <a:gd name="connsiteX17" fmla="*/ 1881147 w 1888891"/>
              <a:gd name="connsiteY17" fmla="*/ 522938 h 1324356"/>
              <a:gd name="connsiteX18" fmla="*/ 1882136 w 1888891"/>
              <a:gd name="connsiteY18" fmla="*/ 582518 h 1324356"/>
              <a:gd name="connsiteX19" fmla="*/ 1200673 w 1888891"/>
              <a:gd name="connsiteY19" fmla="*/ 582518 h 1324356"/>
              <a:gd name="connsiteX20" fmla="*/ 1064273 w 1888891"/>
              <a:gd name="connsiteY20" fmla="*/ 582518 h 1324356"/>
              <a:gd name="connsiteX21" fmla="*/ 1036037 w 1888891"/>
              <a:gd name="connsiteY21" fmla="*/ 625178 h 1324356"/>
              <a:gd name="connsiteX22" fmla="*/ 1036037 w 1888891"/>
              <a:gd name="connsiteY22" fmla="*/ 795811 h 1324356"/>
              <a:gd name="connsiteX23" fmla="*/ 1064273 w 1888891"/>
              <a:gd name="connsiteY23" fmla="*/ 838471 h 1324356"/>
              <a:gd name="connsiteX24" fmla="*/ 1191129 w 1888891"/>
              <a:gd name="connsiteY24" fmla="*/ 838471 h 1324356"/>
              <a:gd name="connsiteX25" fmla="*/ 1886063 w 1888891"/>
              <a:gd name="connsiteY25" fmla="*/ 838471 h 1324356"/>
              <a:gd name="connsiteX26" fmla="*/ 1887129 w 1888891"/>
              <a:gd name="connsiteY26" fmla="*/ 917242 h 1324356"/>
              <a:gd name="connsiteX27" fmla="*/ 1200673 w 1888891"/>
              <a:gd name="connsiteY27" fmla="*/ 917242 h 1324356"/>
              <a:gd name="connsiteX28" fmla="*/ 1064273 w 1888891"/>
              <a:gd name="connsiteY28" fmla="*/ 917242 h 1324356"/>
              <a:gd name="connsiteX29" fmla="*/ 1036037 w 1888891"/>
              <a:gd name="connsiteY29" fmla="*/ 959902 h 1324356"/>
              <a:gd name="connsiteX30" fmla="*/ 1036037 w 1888891"/>
              <a:gd name="connsiteY30" fmla="*/ 1130535 h 1324356"/>
              <a:gd name="connsiteX31" fmla="*/ 1064273 w 1888891"/>
              <a:gd name="connsiteY31" fmla="*/ 1173195 h 1324356"/>
              <a:gd name="connsiteX32" fmla="*/ 1191129 w 1888891"/>
              <a:gd name="connsiteY32" fmla="*/ 1173195 h 1324356"/>
              <a:gd name="connsiteX33" fmla="*/ 1888891 w 1888891"/>
              <a:gd name="connsiteY33" fmla="*/ 1173195 h 1324356"/>
              <a:gd name="connsiteX34" fmla="*/ 1888880 w 1888891"/>
              <a:gd name="connsiteY34" fmla="*/ 1197479 h 1324356"/>
              <a:gd name="connsiteX35" fmla="*/ 1884663 w 1888891"/>
              <a:gd name="connsiteY35" fmla="*/ 1302244 h 1324356"/>
              <a:gd name="connsiteX36" fmla="*/ 198535 w 1888891"/>
              <a:gd name="connsiteY36" fmla="*/ 1279857 h 1324356"/>
              <a:gd name="connsiteX37" fmla="*/ 162395 w 1888891"/>
              <a:gd name="connsiteY37" fmla="*/ 1314813 h 1324356"/>
              <a:gd name="connsiteX38" fmla="*/ 160364 w 1888891"/>
              <a:gd name="connsiteY38" fmla="*/ 1320015 h 1324356"/>
              <a:gd name="connsiteX39" fmla="*/ 150903 w 1888891"/>
              <a:gd name="connsiteY39" fmla="*/ 1316941 h 1324356"/>
              <a:gd name="connsiteX40" fmla="*/ 120918 w 1888891"/>
              <a:gd name="connsiteY40" fmla="*/ 1255316 h 1324356"/>
              <a:gd name="connsiteX41" fmla="*/ 0 w 1888891"/>
              <a:gd name="connsiteY41" fmla="*/ 1282816 h 1324356"/>
              <a:gd name="connsiteX42" fmla="*/ 11819 w 1888891"/>
              <a:gd name="connsiteY42" fmla="*/ 30296 h 1324356"/>
              <a:gd name="connsiteX43" fmla="*/ 37121 w 1888891"/>
              <a:gd name="connsiteY43" fmla="*/ 0 h 1324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1888891" h="1324356">
                <a:moveTo>
                  <a:pt x="160364" y="1320015"/>
                </a:moveTo>
                <a:lnTo>
                  <a:pt x="162989" y="1320867"/>
                </a:lnTo>
                <a:cubicBezTo>
                  <a:pt x="162930" y="1322791"/>
                  <a:pt x="160138" y="1324636"/>
                  <a:pt x="158683" y="1324321"/>
                </a:cubicBezTo>
                <a:close/>
                <a:moveTo>
                  <a:pt x="37121" y="0"/>
                </a:moveTo>
                <a:cubicBezTo>
                  <a:pt x="77864" y="0"/>
                  <a:pt x="99364" y="61444"/>
                  <a:pt x="159350" y="0"/>
                </a:cubicBezTo>
                <a:lnTo>
                  <a:pt x="1848828" y="0"/>
                </a:lnTo>
                <a:cubicBezTo>
                  <a:pt x="1862802" y="0"/>
                  <a:pt x="1874130" y="13564"/>
                  <a:pt x="1874130" y="30296"/>
                </a:cubicBezTo>
                <a:lnTo>
                  <a:pt x="1874130" y="151475"/>
                </a:lnTo>
                <a:cubicBezTo>
                  <a:pt x="1874130" y="153828"/>
                  <a:pt x="1874615" y="178276"/>
                  <a:pt x="1875409" y="218558"/>
                </a:cubicBezTo>
                <a:lnTo>
                  <a:pt x="1875639" y="230268"/>
                </a:lnTo>
                <a:lnTo>
                  <a:pt x="1200673" y="230268"/>
                </a:lnTo>
                <a:cubicBezTo>
                  <a:pt x="1133732" y="316787"/>
                  <a:pt x="1109739" y="230268"/>
                  <a:pt x="1064273" y="230268"/>
                </a:cubicBezTo>
                <a:cubicBezTo>
                  <a:pt x="1048678" y="230268"/>
                  <a:pt x="1036037" y="249367"/>
                  <a:pt x="1036037" y="272928"/>
                </a:cubicBezTo>
                <a:lnTo>
                  <a:pt x="1036037" y="443561"/>
                </a:lnTo>
                <a:cubicBezTo>
                  <a:pt x="1036037" y="467121"/>
                  <a:pt x="1048678" y="486221"/>
                  <a:pt x="1064273" y="486221"/>
                </a:cubicBezTo>
                <a:cubicBezTo>
                  <a:pt x="1106558" y="486221"/>
                  <a:pt x="1101123" y="583555"/>
                  <a:pt x="1191129" y="486221"/>
                </a:cubicBezTo>
                <a:lnTo>
                  <a:pt x="1880476" y="486221"/>
                </a:lnTo>
                <a:lnTo>
                  <a:pt x="1881147" y="522938"/>
                </a:lnTo>
                <a:lnTo>
                  <a:pt x="1882136" y="582518"/>
                </a:lnTo>
                <a:lnTo>
                  <a:pt x="1200673" y="582518"/>
                </a:lnTo>
                <a:cubicBezTo>
                  <a:pt x="1133732" y="669037"/>
                  <a:pt x="1109739" y="582518"/>
                  <a:pt x="1064273" y="582518"/>
                </a:cubicBezTo>
                <a:cubicBezTo>
                  <a:pt x="1048678" y="582518"/>
                  <a:pt x="1036037" y="601617"/>
                  <a:pt x="1036037" y="625178"/>
                </a:cubicBezTo>
                <a:lnTo>
                  <a:pt x="1036037" y="795811"/>
                </a:lnTo>
                <a:cubicBezTo>
                  <a:pt x="1036037" y="819371"/>
                  <a:pt x="1048678" y="838471"/>
                  <a:pt x="1064273" y="838471"/>
                </a:cubicBezTo>
                <a:cubicBezTo>
                  <a:pt x="1106558" y="838471"/>
                  <a:pt x="1101123" y="935805"/>
                  <a:pt x="1191129" y="838471"/>
                </a:cubicBezTo>
                <a:lnTo>
                  <a:pt x="1886063" y="838471"/>
                </a:lnTo>
                <a:lnTo>
                  <a:pt x="1887129" y="917242"/>
                </a:lnTo>
                <a:lnTo>
                  <a:pt x="1200673" y="917242"/>
                </a:lnTo>
                <a:cubicBezTo>
                  <a:pt x="1133732" y="1003761"/>
                  <a:pt x="1109739" y="917242"/>
                  <a:pt x="1064273" y="917242"/>
                </a:cubicBezTo>
                <a:cubicBezTo>
                  <a:pt x="1048678" y="917242"/>
                  <a:pt x="1036037" y="936341"/>
                  <a:pt x="1036037" y="959902"/>
                </a:cubicBezTo>
                <a:lnTo>
                  <a:pt x="1036037" y="1130535"/>
                </a:lnTo>
                <a:cubicBezTo>
                  <a:pt x="1036037" y="1154095"/>
                  <a:pt x="1048678" y="1173195"/>
                  <a:pt x="1064273" y="1173195"/>
                </a:cubicBezTo>
                <a:cubicBezTo>
                  <a:pt x="1106558" y="1173195"/>
                  <a:pt x="1101123" y="1270529"/>
                  <a:pt x="1191129" y="1173195"/>
                </a:cubicBezTo>
                <a:lnTo>
                  <a:pt x="1888891" y="1173195"/>
                </a:lnTo>
                <a:lnTo>
                  <a:pt x="1888880" y="1197479"/>
                </a:lnTo>
                <a:cubicBezTo>
                  <a:pt x="1888551" y="1262375"/>
                  <a:pt x="1887283" y="1302244"/>
                  <a:pt x="1884663" y="1302244"/>
                </a:cubicBezTo>
                <a:lnTo>
                  <a:pt x="198535" y="1279857"/>
                </a:lnTo>
                <a:cubicBezTo>
                  <a:pt x="178372" y="1297138"/>
                  <a:pt x="167681" y="1308097"/>
                  <a:pt x="162395" y="1314813"/>
                </a:cubicBezTo>
                <a:lnTo>
                  <a:pt x="160364" y="1320015"/>
                </a:lnTo>
                <a:lnTo>
                  <a:pt x="150903" y="1316941"/>
                </a:lnTo>
                <a:cubicBezTo>
                  <a:pt x="123463" y="1332872"/>
                  <a:pt x="138817" y="1259337"/>
                  <a:pt x="120918" y="1255316"/>
                </a:cubicBezTo>
                <a:cubicBezTo>
                  <a:pt x="103019" y="1251296"/>
                  <a:pt x="140011" y="1275878"/>
                  <a:pt x="0" y="1282816"/>
                </a:cubicBezTo>
                <a:lnTo>
                  <a:pt x="11819" y="30296"/>
                </a:lnTo>
                <a:cubicBezTo>
                  <a:pt x="11819" y="13564"/>
                  <a:pt x="23147" y="0"/>
                  <a:pt x="37121" y="0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 smtClean="0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UNO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 smtClean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CNC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腳位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撿貨伺服馬達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sp>
        <p:nvSpPr>
          <p:cNvPr id="9" name="圓角矩形 4"/>
          <p:cNvSpPr/>
          <p:nvPr/>
        </p:nvSpPr>
        <p:spPr>
          <a:xfrm>
            <a:off x="8480327" y="1498092"/>
            <a:ext cx="1888969" cy="126949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  <a:gd name="connsiteX0" fmla="*/ 0 w 4449704"/>
              <a:gd name="connsiteY0" fmla="*/ 60115 h 2375415"/>
              <a:gd name="connsiteX1" fmla="*/ 60115 w 4449704"/>
              <a:gd name="connsiteY1" fmla="*/ 0 h 2375415"/>
              <a:gd name="connsiteX2" fmla="*/ 350520 w 4449704"/>
              <a:gd name="connsiteY2" fmla="*/ 0 h 2375415"/>
              <a:gd name="connsiteX3" fmla="*/ 4364565 w 4449704"/>
              <a:gd name="connsiteY3" fmla="*/ 0 h 2375415"/>
              <a:gd name="connsiteX4" fmla="*/ 4424680 w 4449704"/>
              <a:gd name="connsiteY4" fmla="*/ 60115 h 2375415"/>
              <a:gd name="connsiteX5" fmla="*/ 4424680 w 4449704"/>
              <a:gd name="connsiteY5" fmla="*/ 300565 h 2375415"/>
              <a:gd name="connsiteX6" fmla="*/ 4437706 w 4449704"/>
              <a:gd name="connsiteY6" fmla="*/ 2375415 h 2375415"/>
              <a:gd name="connsiteX7" fmla="*/ 330200 w 4449704"/>
              <a:gd name="connsiteY7" fmla="*/ 360680 h 2375415"/>
              <a:gd name="connsiteX8" fmla="*/ 60115 w 4449704"/>
              <a:gd name="connsiteY8" fmla="*/ 360680 h 2375415"/>
              <a:gd name="connsiteX9" fmla="*/ 0 w 4449704"/>
              <a:gd name="connsiteY9" fmla="*/ 300565 h 2375415"/>
              <a:gd name="connsiteX10" fmla="*/ 0 w 4449704"/>
              <a:gd name="connsiteY10" fmla="*/ 60115 h 2375415"/>
              <a:gd name="connsiteX0" fmla="*/ 0 w 4449705"/>
              <a:gd name="connsiteY0" fmla="*/ 60115 h 2551042"/>
              <a:gd name="connsiteX1" fmla="*/ 60115 w 4449705"/>
              <a:gd name="connsiteY1" fmla="*/ 0 h 2551042"/>
              <a:gd name="connsiteX2" fmla="*/ 350520 w 4449705"/>
              <a:gd name="connsiteY2" fmla="*/ 0 h 2551042"/>
              <a:gd name="connsiteX3" fmla="*/ 4364565 w 4449705"/>
              <a:gd name="connsiteY3" fmla="*/ 0 h 2551042"/>
              <a:gd name="connsiteX4" fmla="*/ 4424680 w 4449705"/>
              <a:gd name="connsiteY4" fmla="*/ 60115 h 2551042"/>
              <a:gd name="connsiteX5" fmla="*/ 4424680 w 4449705"/>
              <a:gd name="connsiteY5" fmla="*/ 300565 h 2551042"/>
              <a:gd name="connsiteX6" fmla="*/ 4437706 w 4449705"/>
              <a:gd name="connsiteY6" fmla="*/ 2375415 h 2551042"/>
              <a:gd name="connsiteX7" fmla="*/ 330200 w 4449705"/>
              <a:gd name="connsiteY7" fmla="*/ 360680 h 2551042"/>
              <a:gd name="connsiteX8" fmla="*/ 96684 w 4449705"/>
              <a:gd name="connsiteY8" fmla="*/ 2551043 h 2551042"/>
              <a:gd name="connsiteX9" fmla="*/ 0 w 4449705"/>
              <a:gd name="connsiteY9" fmla="*/ 300565 h 2551042"/>
              <a:gd name="connsiteX10" fmla="*/ 0 w 4449705"/>
              <a:gd name="connsiteY10" fmla="*/ 60115 h 2551042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378959 w 4498464"/>
              <a:gd name="connsiteY7" fmla="*/ 360680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49626 w 4498464"/>
              <a:gd name="connsiteY7" fmla="*/ 2515862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13055 w 4498464"/>
              <a:gd name="connsiteY7" fmla="*/ 2410445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633034"/>
              <a:gd name="connsiteX1" fmla="*/ 108874 w 4498464"/>
              <a:gd name="connsiteY1" fmla="*/ 0 h 2633034"/>
              <a:gd name="connsiteX2" fmla="*/ 399279 w 4498464"/>
              <a:gd name="connsiteY2" fmla="*/ 0 h 2633034"/>
              <a:gd name="connsiteX3" fmla="*/ 4413324 w 4498464"/>
              <a:gd name="connsiteY3" fmla="*/ 0 h 2633034"/>
              <a:gd name="connsiteX4" fmla="*/ 4473439 w 4498464"/>
              <a:gd name="connsiteY4" fmla="*/ 60115 h 2633034"/>
              <a:gd name="connsiteX5" fmla="*/ 4473439 w 4498464"/>
              <a:gd name="connsiteY5" fmla="*/ 300565 h 2633034"/>
              <a:gd name="connsiteX6" fmla="*/ 4486465 w 4498464"/>
              <a:gd name="connsiteY6" fmla="*/ 2375415 h 2633034"/>
              <a:gd name="connsiteX7" fmla="*/ 513055 w 4498464"/>
              <a:gd name="connsiteY7" fmla="*/ 2410445 h 2633034"/>
              <a:gd name="connsiteX8" fmla="*/ 255158 w 4498464"/>
              <a:gd name="connsiteY8" fmla="*/ 2633034 h 2633034"/>
              <a:gd name="connsiteX9" fmla="*/ 0 w 4498464"/>
              <a:gd name="connsiteY9" fmla="*/ 2585168 h 2633034"/>
              <a:gd name="connsiteX10" fmla="*/ 48759 w 4498464"/>
              <a:gd name="connsiteY10" fmla="*/ 60115 h 2633034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255158 w 4498464"/>
              <a:gd name="connsiteY8" fmla="*/ 2633034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513598 w 4498464"/>
              <a:gd name="connsiteY8" fmla="*/ 2672763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29290"/>
              <a:gd name="connsiteX1" fmla="*/ 108874 w 4498464"/>
              <a:gd name="connsiteY1" fmla="*/ 0 h 2729290"/>
              <a:gd name="connsiteX2" fmla="*/ 399279 w 4498464"/>
              <a:gd name="connsiteY2" fmla="*/ 0 h 2729290"/>
              <a:gd name="connsiteX3" fmla="*/ 4413324 w 4498464"/>
              <a:gd name="connsiteY3" fmla="*/ 0 h 2729290"/>
              <a:gd name="connsiteX4" fmla="*/ 4473439 w 4498464"/>
              <a:gd name="connsiteY4" fmla="*/ 60115 h 2729290"/>
              <a:gd name="connsiteX5" fmla="*/ 4473439 w 4498464"/>
              <a:gd name="connsiteY5" fmla="*/ 300565 h 2729290"/>
              <a:gd name="connsiteX6" fmla="*/ 4486465 w 4498464"/>
              <a:gd name="connsiteY6" fmla="*/ 2375415 h 2729290"/>
              <a:gd name="connsiteX7" fmla="*/ 513055 w 4498464"/>
              <a:gd name="connsiteY7" fmla="*/ 2410445 h 2729290"/>
              <a:gd name="connsiteX8" fmla="*/ 513598 w 4498464"/>
              <a:gd name="connsiteY8" fmla="*/ 2672763 h 2729290"/>
              <a:gd name="connsiteX9" fmla="*/ 307968 w 4498464"/>
              <a:gd name="connsiteY9" fmla="*/ 2371664 h 2729290"/>
              <a:gd name="connsiteX10" fmla="*/ 0 w 4498464"/>
              <a:gd name="connsiteY10" fmla="*/ 2585168 h 2729290"/>
              <a:gd name="connsiteX11" fmla="*/ 48759 w 4498464"/>
              <a:gd name="connsiteY11" fmla="*/ 60115 h 2729290"/>
              <a:gd name="connsiteX0" fmla="*/ 48759 w 4498464"/>
              <a:gd name="connsiteY0" fmla="*/ 60115 h 2674928"/>
              <a:gd name="connsiteX1" fmla="*/ 108874 w 4498464"/>
              <a:gd name="connsiteY1" fmla="*/ 0 h 2674928"/>
              <a:gd name="connsiteX2" fmla="*/ 399279 w 4498464"/>
              <a:gd name="connsiteY2" fmla="*/ 0 h 2674928"/>
              <a:gd name="connsiteX3" fmla="*/ 4413324 w 4498464"/>
              <a:gd name="connsiteY3" fmla="*/ 0 h 2674928"/>
              <a:gd name="connsiteX4" fmla="*/ 4473439 w 4498464"/>
              <a:gd name="connsiteY4" fmla="*/ 60115 h 2674928"/>
              <a:gd name="connsiteX5" fmla="*/ 4473439 w 4498464"/>
              <a:gd name="connsiteY5" fmla="*/ 300565 h 2674928"/>
              <a:gd name="connsiteX6" fmla="*/ 4486465 w 4498464"/>
              <a:gd name="connsiteY6" fmla="*/ 2375415 h 2674928"/>
              <a:gd name="connsiteX7" fmla="*/ 513055 w 4498464"/>
              <a:gd name="connsiteY7" fmla="*/ 2410445 h 2674928"/>
              <a:gd name="connsiteX8" fmla="*/ 513598 w 4498464"/>
              <a:gd name="connsiteY8" fmla="*/ 2672763 h 2674928"/>
              <a:gd name="connsiteX9" fmla="*/ 307968 w 4498464"/>
              <a:gd name="connsiteY9" fmla="*/ 2371664 h 2674928"/>
              <a:gd name="connsiteX10" fmla="*/ 0 w 4498464"/>
              <a:gd name="connsiteY10" fmla="*/ 2585168 h 2674928"/>
              <a:gd name="connsiteX11" fmla="*/ 48759 w 4498464"/>
              <a:gd name="connsiteY11" fmla="*/ 60115 h 2674928"/>
              <a:gd name="connsiteX0" fmla="*/ 48759 w 4498464"/>
              <a:gd name="connsiteY0" fmla="*/ 60115 h 2676064"/>
              <a:gd name="connsiteX1" fmla="*/ 108874 w 4498464"/>
              <a:gd name="connsiteY1" fmla="*/ 0 h 2676064"/>
              <a:gd name="connsiteX2" fmla="*/ 399279 w 4498464"/>
              <a:gd name="connsiteY2" fmla="*/ 0 h 2676064"/>
              <a:gd name="connsiteX3" fmla="*/ 4413324 w 4498464"/>
              <a:gd name="connsiteY3" fmla="*/ 0 h 2676064"/>
              <a:gd name="connsiteX4" fmla="*/ 4473439 w 4498464"/>
              <a:gd name="connsiteY4" fmla="*/ 60115 h 2676064"/>
              <a:gd name="connsiteX5" fmla="*/ 4473439 w 4498464"/>
              <a:gd name="connsiteY5" fmla="*/ 300565 h 2676064"/>
              <a:gd name="connsiteX6" fmla="*/ 4486465 w 4498464"/>
              <a:gd name="connsiteY6" fmla="*/ 2375415 h 2676064"/>
              <a:gd name="connsiteX7" fmla="*/ 513055 w 4498464"/>
              <a:gd name="connsiteY7" fmla="*/ 2410445 h 2676064"/>
              <a:gd name="connsiteX8" fmla="*/ 513598 w 4498464"/>
              <a:gd name="connsiteY8" fmla="*/ 2672763 h 2676064"/>
              <a:gd name="connsiteX9" fmla="*/ 307968 w 4498464"/>
              <a:gd name="connsiteY9" fmla="*/ 2490873 h 2676064"/>
              <a:gd name="connsiteX10" fmla="*/ 0 w 4498464"/>
              <a:gd name="connsiteY10" fmla="*/ 2585168 h 2676064"/>
              <a:gd name="connsiteX11" fmla="*/ 48759 w 4498464"/>
              <a:gd name="connsiteY11" fmla="*/ 60115 h 2676064"/>
              <a:gd name="connsiteX0" fmla="*/ 48759 w 4498464"/>
              <a:gd name="connsiteY0" fmla="*/ 60115 h 2617628"/>
              <a:gd name="connsiteX1" fmla="*/ 108874 w 4498464"/>
              <a:gd name="connsiteY1" fmla="*/ 0 h 2617628"/>
              <a:gd name="connsiteX2" fmla="*/ 399279 w 4498464"/>
              <a:gd name="connsiteY2" fmla="*/ 0 h 2617628"/>
              <a:gd name="connsiteX3" fmla="*/ 4413324 w 4498464"/>
              <a:gd name="connsiteY3" fmla="*/ 0 h 2617628"/>
              <a:gd name="connsiteX4" fmla="*/ 4473439 w 4498464"/>
              <a:gd name="connsiteY4" fmla="*/ 60115 h 2617628"/>
              <a:gd name="connsiteX5" fmla="*/ 4473439 w 4498464"/>
              <a:gd name="connsiteY5" fmla="*/ 300565 h 2617628"/>
              <a:gd name="connsiteX6" fmla="*/ 4486465 w 4498464"/>
              <a:gd name="connsiteY6" fmla="*/ 2375415 h 2617628"/>
              <a:gd name="connsiteX7" fmla="*/ 513055 w 4498464"/>
              <a:gd name="connsiteY7" fmla="*/ 2410445 h 2617628"/>
              <a:gd name="connsiteX8" fmla="*/ 379209 w 4498464"/>
              <a:gd name="connsiteY8" fmla="*/ 2613153 h 2617628"/>
              <a:gd name="connsiteX9" fmla="*/ 307968 w 4498464"/>
              <a:gd name="connsiteY9" fmla="*/ 2490873 h 2617628"/>
              <a:gd name="connsiteX10" fmla="*/ 0 w 4498464"/>
              <a:gd name="connsiteY10" fmla="*/ 2585168 h 2617628"/>
              <a:gd name="connsiteX11" fmla="*/ 48759 w 4498464"/>
              <a:gd name="connsiteY11" fmla="*/ 60115 h 2617628"/>
              <a:gd name="connsiteX0" fmla="*/ 48759 w 4498464"/>
              <a:gd name="connsiteY0" fmla="*/ 60115 h 2627867"/>
              <a:gd name="connsiteX1" fmla="*/ 108874 w 4498464"/>
              <a:gd name="connsiteY1" fmla="*/ 0 h 2627867"/>
              <a:gd name="connsiteX2" fmla="*/ 399279 w 4498464"/>
              <a:gd name="connsiteY2" fmla="*/ 0 h 2627867"/>
              <a:gd name="connsiteX3" fmla="*/ 4413324 w 4498464"/>
              <a:gd name="connsiteY3" fmla="*/ 0 h 2627867"/>
              <a:gd name="connsiteX4" fmla="*/ 4473439 w 4498464"/>
              <a:gd name="connsiteY4" fmla="*/ 60115 h 2627867"/>
              <a:gd name="connsiteX5" fmla="*/ 4473439 w 4498464"/>
              <a:gd name="connsiteY5" fmla="*/ 300565 h 2627867"/>
              <a:gd name="connsiteX6" fmla="*/ 4486465 w 4498464"/>
              <a:gd name="connsiteY6" fmla="*/ 2375415 h 2627867"/>
              <a:gd name="connsiteX7" fmla="*/ 492379 w 4498464"/>
              <a:gd name="connsiteY7" fmla="*/ 2539569 h 2627867"/>
              <a:gd name="connsiteX8" fmla="*/ 379209 w 4498464"/>
              <a:gd name="connsiteY8" fmla="*/ 2613153 h 2627867"/>
              <a:gd name="connsiteX9" fmla="*/ 307968 w 4498464"/>
              <a:gd name="connsiteY9" fmla="*/ 2490873 h 2627867"/>
              <a:gd name="connsiteX10" fmla="*/ 0 w 4498464"/>
              <a:gd name="connsiteY10" fmla="*/ 2585168 h 2627867"/>
              <a:gd name="connsiteX11" fmla="*/ 48759 w 4498464"/>
              <a:gd name="connsiteY11" fmla="*/ 60115 h 2627867"/>
              <a:gd name="connsiteX0" fmla="*/ 48759 w 4508696"/>
              <a:gd name="connsiteY0" fmla="*/ 60115 h 2627866"/>
              <a:gd name="connsiteX1" fmla="*/ 108874 w 4508696"/>
              <a:gd name="connsiteY1" fmla="*/ 0 h 2627866"/>
              <a:gd name="connsiteX2" fmla="*/ 399279 w 4508696"/>
              <a:gd name="connsiteY2" fmla="*/ 0 h 2627866"/>
              <a:gd name="connsiteX3" fmla="*/ 4413324 w 4508696"/>
              <a:gd name="connsiteY3" fmla="*/ 0 h 2627866"/>
              <a:gd name="connsiteX4" fmla="*/ 4473439 w 4508696"/>
              <a:gd name="connsiteY4" fmla="*/ 60115 h 2627866"/>
              <a:gd name="connsiteX5" fmla="*/ 4473439 w 4508696"/>
              <a:gd name="connsiteY5" fmla="*/ 300565 h 2627866"/>
              <a:gd name="connsiteX6" fmla="*/ 4498464 w 4508696"/>
              <a:gd name="connsiteY6" fmla="*/ 2583989 h 2627866"/>
              <a:gd name="connsiteX7" fmla="*/ 492379 w 4508696"/>
              <a:gd name="connsiteY7" fmla="*/ 2539569 h 2627866"/>
              <a:gd name="connsiteX8" fmla="*/ 379209 w 4508696"/>
              <a:gd name="connsiteY8" fmla="*/ 2613153 h 2627866"/>
              <a:gd name="connsiteX9" fmla="*/ 307968 w 4508696"/>
              <a:gd name="connsiteY9" fmla="*/ 2490873 h 2627866"/>
              <a:gd name="connsiteX10" fmla="*/ 0 w 4508696"/>
              <a:gd name="connsiteY10" fmla="*/ 2585168 h 2627866"/>
              <a:gd name="connsiteX11" fmla="*/ 48759 w 4508696"/>
              <a:gd name="connsiteY11" fmla="*/ 60115 h 2627866"/>
              <a:gd name="connsiteX0" fmla="*/ 28081 w 4488017"/>
              <a:gd name="connsiteY0" fmla="*/ 60115 h 2627866"/>
              <a:gd name="connsiteX1" fmla="*/ 88196 w 4488017"/>
              <a:gd name="connsiteY1" fmla="*/ 0 h 2627866"/>
              <a:gd name="connsiteX2" fmla="*/ 378601 w 4488017"/>
              <a:gd name="connsiteY2" fmla="*/ 0 h 2627866"/>
              <a:gd name="connsiteX3" fmla="*/ 4392646 w 4488017"/>
              <a:gd name="connsiteY3" fmla="*/ 0 h 2627866"/>
              <a:gd name="connsiteX4" fmla="*/ 4452761 w 4488017"/>
              <a:gd name="connsiteY4" fmla="*/ 60115 h 2627866"/>
              <a:gd name="connsiteX5" fmla="*/ 4452761 w 4488017"/>
              <a:gd name="connsiteY5" fmla="*/ 300565 h 2627866"/>
              <a:gd name="connsiteX6" fmla="*/ 4477786 w 4488017"/>
              <a:gd name="connsiteY6" fmla="*/ 2583989 h 2627866"/>
              <a:gd name="connsiteX7" fmla="*/ 471701 w 4488017"/>
              <a:gd name="connsiteY7" fmla="*/ 2539569 h 2627866"/>
              <a:gd name="connsiteX8" fmla="*/ 358531 w 4488017"/>
              <a:gd name="connsiteY8" fmla="*/ 2613153 h 2627866"/>
              <a:gd name="connsiteX9" fmla="*/ 287290 w 4488017"/>
              <a:gd name="connsiteY9" fmla="*/ 2490873 h 2627866"/>
              <a:gd name="connsiteX10" fmla="*/ 0 w 4488017"/>
              <a:gd name="connsiteY10" fmla="*/ 2545439 h 2627866"/>
              <a:gd name="connsiteX11" fmla="*/ 28081 w 4488017"/>
              <a:gd name="connsiteY11" fmla="*/ 60115 h 262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488017" h="2627866">
                <a:moveTo>
                  <a:pt x="28081" y="60115"/>
                </a:moveTo>
                <a:cubicBezTo>
                  <a:pt x="28081" y="26914"/>
                  <a:pt x="54995" y="0"/>
                  <a:pt x="88196" y="0"/>
                </a:cubicBezTo>
                <a:cubicBezTo>
                  <a:pt x="184998" y="0"/>
                  <a:pt x="236079" y="121920"/>
                  <a:pt x="378601" y="0"/>
                </a:cubicBezTo>
                <a:lnTo>
                  <a:pt x="4392646" y="0"/>
                </a:lnTo>
                <a:cubicBezTo>
                  <a:pt x="4425847" y="0"/>
                  <a:pt x="4452761" y="26914"/>
                  <a:pt x="4452761" y="60115"/>
                </a:cubicBezTo>
                <a:lnTo>
                  <a:pt x="4452761" y="300565"/>
                </a:lnTo>
                <a:cubicBezTo>
                  <a:pt x="4452761" y="333766"/>
                  <a:pt x="4510987" y="2583989"/>
                  <a:pt x="4477786" y="2583989"/>
                </a:cubicBezTo>
                <a:lnTo>
                  <a:pt x="471701" y="2539569"/>
                </a:lnTo>
                <a:cubicBezTo>
                  <a:pt x="280073" y="2676729"/>
                  <a:pt x="448559" y="2613153"/>
                  <a:pt x="358531" y="2613153"/>
                </a:cubicBezTo>
                <a:cubicBezTo>
                  <a:pt x="293337" y="2644764"/>
                  <a:pt x="329816" y="2498851"/>
                  <a:pt x="287290" y="2490873"/>
                </a:cubicBezTo>
                <a:cubicBezTo>
                  <a:pt x="244764" y="2482895"/>
                  <a:pt x="332653" y="2531672"/>
                  <a:pt x="0" y="2545439"/>
                </a:cubicBezTo>
                <a:lnTo>
                  <a:pt x="28081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 smtClean="0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UNO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 smtClean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CNC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腳位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 smtClean="0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altLang="en-US" sz="1100" dirty="0" smtClean="0">
                <a:solidFill>
                  <a:srgbClr val="FFFFFF"/>
                </a:solidFill>
                <a:cs typeface="Times New Roman" panose="02020603050405020304" pitchFamily="18" charset="0"/>
              </a:rPr>
              <a:t>撿貨伺服馬達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8463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463</TotalTime>
  <Words>119</Words>
  <Application>Microsoft Office PowerPoint</Application>
  <PresentationFormat>寬螢幕</PresentationFormat>
  <Paragraphs>39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AMANI</dc:creator>
  <cp:lastModifiedBy>AMANI</cp:lastModifiedBy>
  <cp:revision>26</cp:revision>
  <dcterms:created xsi:type="dcterms:W3CDTF">2023-12-14T09:26:15Z</dcterms:created>
  <dcterms:modified xsi:type="dcterms:W3CDTF">2023-12-18T13:02:28Z</dcterms:modified>
</cp:coreProperties>
</file>