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738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20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49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01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15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40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95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00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85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02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76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19EB3-9618-4DC9-9742-E69F5EF18F40}" type="datetimeFigureOut">
              <a:rPr lang="zh-TW" altLang="en-US" smtClean="0"/>
              <a:t>2023/12/21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76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13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手繪多邊形: 圖案 10"/>
          <p:cNvSpPr/>
          <p:nvPr/>
        </p:nvSpPr>
        <p:spPr>
          <a:xfrm>
            <a:off x="1302067" y="2223770"/>
            <a:ext cx="396875" cy="180975"/>
          </a:xfrm>
          <a:custGeom>
            <a:avLst/>
            <a:gdLst>
              <a:gd name="connsiteX0" fmla="*/ 84890 w 453390"/>
              <a:gd name="connsiteY0" fmla="*/ 0 h 263525"/>
              <a:gd name="connsiteX1" fmla="*/ 453390 w 453390"/>
              <a:gd name="connsiteY1" fmla="*/ 0 h 263525"/>
              <a:gd name="connsiteX2" fmla="*/ 453390 w 453390"/>
              <a:gd name="connsiteY2" fmla="*/ 263525 h 263525"/>
              <a:gd name="connsiteX3" fmla="*/ 84890 w 453390"/>
              <a:gd name="connsiteY3" fmla="*/ 263525 h 263525"/>
              <a:gd name="connsiteX4" fmla="*/ 59217 w 453390"/>
              <a:gd name="connsiteY4" fmla="*/ 168771 h 263525"/>
              <a:gd name="connsiteX5" fmla="*/ 4819 w 453390"/>
              <a:gd name="connsiteY5" fmla="*/ 221542 h 263525"/>
              <a:gd name="connsiteX6" fmla="*/ 0 w 453390"/>
              <a:gd name="connsiteY6" fmla="*/ 54571 h 263525"/>
              <a:gd name="connsiteX7" fmla="*/ 55658 w 453390"/>
              <a:gd name="connsiteY7" fmla="*/ 89403 h 263525"/>
              <a:gd name="connsiteX8" fmla="*/ 84890 w 453390"/>
              <a:gd name="connsiteY8" fmla="*/ 0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390" h="263525">
                <a:moveTo>
                  <a:pt x="84890" y="0"/>
                </a:moveTo>
                <a:lnTo>
                  <a:pt x="453390" y="0"/>
                </a:lnTo>
                <a:lnTo>
                  <a:pt x="453390" y="263525"/>
                </a:lnTo>
                <a:lnTo>
                  <a:pt x="84890" y="263525"/>
                </a:lnTo>
                <a:cubicBezTo>
                  <a:pt x="68745" y="263525"/>
                  <a:pt x="59217" y="193028"/>
                  <a:pt x="59217" y="168771"/>
                </a:cubicBezTo>
                <a:lnTo>
                  <a:pt x="4819" y="221542"/>
                </a:lnTo>
                <a:lnTo>
                  <a:pt x="0" y="54571"/>
                </a:lnTo>
                <a:lnTo>
                  <a:pt x="55658" y="89403"/>
                </a:lnTo>
                <a:cubicBezTo>
                  <a:pt x="55658" y="65146"/>
                  <a:pt x="68745" y="0"/>
                  <a:pt x="84890" y="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>
              <a:spcAft>
                <a:spcPts val="0"/>
              </a:spcAft>
            </a:pPr>
            <a:r>
              <a:rPr lang="en-US" sz="1200" kern="1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“  “</a:t>
            </a:r>
            <a:endParaRPr lang="zh-TW" sz="12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6" name="手繪多邊形: 圖案 10"/>
          <p:cNvSpPr/>
          <p:nvPr/>
        </p:nvSpPr>
        <p:spPr>
          <a:xfrm>
            <a:off x="1857374" y="2223770"/>
            <a:ext cx="390525" cy="175260"/>
          </a:xfrm>
          <a:custGeom>
            <a:avLst/>
            <a:gdLst>
              <a:gd name="connsiteX0" fmla="*/ 84890 w 453390"/>
              <a:gd name="connsiteY0" fmla="*/ 0 h 263525"/>
              <a:gd name="connsiteX1" fmla="*/ 453390 w 453390"/>
              <a:gd name="connsiteY1" fmla="*/ 0 h 263525"/>
              <a:gd name="connsiteX2" fmla="*/ 453390 w 453390"/>
              <a:gd name="connsiteY2" fmla="*/ 263525 h 263525"/>
              <a:gd name="connsiteX3" fmla="*/ 84890 w 453390"/>
              <a:gd name="connsiteY3" fmla="*/ 263525 h 263525"/>
              <a:gd name="connsiteX4" fmla="*/ 59217 w 453390"/>
              <a:gd name="connsiteY4" fmla="*/ 168771 h 263525"/>
              <a:gd name="connsiteX5" fmla="*/ 4819 w 453390"/>
              <a:gd name="connsiteY5" fmla="*/ 221542 h 263525"/>
              <a:gd name="connsiteX6" fmla="*/ 0 w 453390"/>
              <a:gd name="connsiteY6" fmla="*/ 54571 h 263525"/>
              <a:gd name="connsiteX7" fmla="*/ 55658 w 453390"/>
              <a:gd name="connsiteY7" fmla="*/ 89403 h 263525"/>
              <a:gd name="connsiteX8" fmla="*/ 84890 w 453390"/>
              <a:gd name="connsiteY8" fmla="*/ 0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390" h="263525">
                <a:moveTo>
                  <a:pt x="84890" y="0"/>
                </a:moveTo>
                <a:lnTo>
                  <a:pt x="453390" y="0"/>
                </a:lnTo>
                <a:lnTo>
                  <a:pt x="453390" y="263525"/>
                </a:lnTo>
                <a:lnTo>
                  <a:pt x="84890" y="263525"/>
                </a:lnTo>
                <a:cubicBezTo>
                  <a:pt x="68745" y="263525"/>
                  <a:pt x="59217" y="193028"/>
                  <a:pt x="59217" y="168771"/>
                </a:cubicBezTo>
                <a:lnTo>
                  <a:pt x="4819" y="221542"/>
                </a:lnTo>
                <a:lnTo>
                  <a:pt x="0" y="54571"/>
                </a:lnTo>
                <a:lnTo>
                  <a:pt x="55658" y="89403"/>
                </a:lnTo>
                <a:cubicBezTo>
                  <a:pt x="55658" y="65146"/>
                  <a:pt x="68745" y="0"/>
                  <a:pt x="84890" y="0"/>
                </a:cubicBezTo>
                <a:close/>
              </a:path>
            </a:pathLst>
          </a:cu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 algn="ctr">
              <a:spcAft>
                <a:spcPts val="0"/>
              </a:spcAft>
            </a:pPr>
            <a:r>
              <a:rPr lang="en-US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0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7" name="圓角矩形 4"/>
          <p:cNvSpPr/>
          <p:nvPr/>
        </p:nvSpPr>
        <p:spPr>
          <a:xfrm>
            <a:off x="2076388" y="3698142"/>
            <a:ext cx="415585" cy="266700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停車    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1281587" y="2639695"/>
            <a:ext cx="1804513" cy="266700"/>
            <a:chOff x="1281587" y="2639695"/>
            <a:chExt cx="1804513" cy="266700"/>
          </a:xfrm>
        </p:grpSpPr>
        <p:sp>
          <p:nvSpPr>
            <p:cNvPr id="40" name="圓角矩形 4"/>
            <p:cNvSpPr/>
            <p:nvPr/>
          </p:nvSpPr>
          <p:spPr>
            <a:xfrm>
              <a:off x="1281587" y="2639695"/>
              <a:ext cx="1804513" cy="26670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TW" sz="1200" kern="100" dirty="0" err="1">
                  <a:ea typeface="新細明體" panose="02020500000000000000" pitchFamily="18" charset="-120"/>
                  <a:cs typeface="Times New Roman" panose="02020603050405020304" pitchFamily="18" charset="0"/>
                </a:rPr>
                <a:t>EN1~EN4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1" name="手繪多邊形: 圖案 10"/>
            <p:cNvSpPr/>
            <p:nvPr/>
          </p:nvSpPr>
          <p:spPr>
            <a:xfrm>
              <a:off x="1922144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手繪多邊形: 圖案 10"/>
            <p:cNvSpPr/>
            <p:nvPr/>
          </p:nvSpPr>
          <p:spPr>
            <a:xfrm>
              <a:off x="2203130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手繪多邊形: 圖案 10"/>
            <p:cNvSpPr/>
            <p:nvPr/>
          </p:nvSpPr>
          <p:spPr>
            <a:xfrm>
              <a:off x="2484116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手繪多邊形: 圖案 10"/>
            <p:cNvSpPr/>
            <p:nvPr/>
          </p:nvSpPr>
          <p:spPr>
            <a:xfrm>
              <a:off x="2765102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手繪多邊形: 圖案 22"/>
          <p:cNvSpPr/>
          <p:nvPr/>
        </p:nvSpPr>
        <p:spPr>
          <a:xfrm>
            <a:off x="4735830" y="2171065"/>
            <a:ext cx="1706880" cy="878156"/>
          </a:xfrm>
          <a:custGeom>
            <a:avLst/>
            <a:gdLst>
              <a:gd name="connsiteX0" fmla="*/ 66099 w 1606550"/>
              <a:gd name="connsiteY0" fmla="*/ 0 h 831850"/>
              <a:gd name="connsiteX1" fmla="*/ 1540451 w 1606550"/>
              <a:gd name="connsiteY1" fmla="*/ 0 h 831850"/>
              <a:gd name="connsiteX2" fmla="*/ 1606550 w 1606550"/>
              <a:gd name="connsiteY2" fmla="*/ 66099 h 831850"/>
              <a:gd name="connsiteX3" fmla="*/ 1606550 w 1606550"/>
              <a:gd name="connsiteY3" fmla="*/ 346710 h 831850"/>
              <a:gd name="connsiteX4" fmla="*/ 553720 w 1606550"/>
              <a:gd name="connsiteY4" fmla="*/ 346710 h 831850"/>
              <a:gd name="connsiteX5" fmla="*/ 263315 w 1606550"/>
              <a:gd name="connsiteY5" fmla="*/ 346710 h 831850"/>
              <a:gd name="connsiteX6" fmla="*/ 203200 w 1606550"/>
              <a:gd name="connsiteY6" fmla="*/ 406825 h 831850"/>
              <a:gd name="connsiteX7" fmla="*/ 203200 w 1606550"/>
              <a:gd name="connsiteY7" fmla="*/ 647275 h 831850"/>
              <a:gd name="connsiteX8" fmla="*/ 263315 w 1606550"/>
              <a:gd name="connsiteY8" fmla="*/ 707390 h 831850"/>
              <a:gd name="connsiteX9" fmla="*/ 533400 w 1606550"/>
              <a:gd name="connsiteY9" fmla="*/ 707390 h 831850"/>
              <a:gd name="connsiteX10" fmla="*/ 1606550 w 1606550"/>
              <a:gd name="connsiteY10" fmla="*/ 707390 h 831850"/>
              <a:gd name="connsiteX11" fmla="*/ 1606550 w 1606550"/>
              <a:gd name="connsiteY11" fmla="*/ 765751 h 831850"/>
              <a:gd name="connsiteX12" fmla="*/ 1540451 w 1606550"/>
              <a:gd name="connsiteY12" fmla="*/ 831850 h 831850"/>
              <a:gd name="connsiteX13" fmla="*/ 66099 w 1606550"/>
              <a:gd name="connsiteY13" fmla="*/ 831850 h 831850"/>
              <a:gd name="connsiteX14" fmla="*/ 0 w 1606550"/>
              <a:gd name="connsiteY14" fmla="*/ 765751 h 831850"/>
              <a:gd name="connsiteX15" fmla="*/ 0 w 1606550"/>
              <a:gd name="connsiteY15" fmla="*/ 66099 h 831850"/>
              <a:gd name="connsiteX16" fmla="*/ 66099 w 1606550"/>
              <a:gd name="connsiteY16" fmla="*/ 0 h 831850"/>
              <a:gd name="connsiteX0" fmla="*/ 66099 w 1606550"/>
              <a:gd name="connsiteY0" fmla="*/ 0 h 831850"/>
              <a:gd name="connsiteX1" fmla="*/ 1540451 w 1606550"/>
              <a:gd name="connsiteY1" fmla="*/ 0 h 831850"/>
              <a:gd name="connsiteX2" fmla="*/ 1606550 w 1606550"/>
              <a:gd name="connsiteY2" fmla="*/ 66099 h 831850"/>
              <a:gd name="connsiteX3" fmla="*/ 1606550 w 1606550"/>
              <a:gd name="connsiteY3" fmla="*/ 346710 h 831850"/>
              <a:gd name="connsiteX4" fmla="*/ 553720 w 1606550"/>
              <a:gd name="connsiteY4" fmla="*/ 346710 h 831850"/>
              <a:gd name="connsiteX5" fmla="*/ 263315 w 1606550"/>
              <a:gd name="connsiteY5" fmla="*/ 346710 h 831850"/>
              <a:gd name="connsiteX6" fmla="*/ 203200 w 1606550"/>
              <a:gd name="connsiteY6" fmla="*/ 406825 h 831850"/>
              <a:gd name="connsiteX7" fmla="*/ 203200 w 1606550"/>
              <a:gd name="connsiteY7" fmla="*/ 647275 h 831850"/>
              <a:gd name="connsiteX8" fmla="*/ 263315 w 1606550"/>
              <a:gd name="connsiteY8" fmla="*/ 707390 h 831850"/>
              <a:gd name="connsiteX9" fmla="*/ 533400 w 1606550"/>
              <a:gd name="connsiteY9" fmla="*/ 707390 h 831850"/>
              <a:gd name="connsiteX10" fmla="*/ 1606550 w 1606550"/>
              <a:gd name="connsiteY10" fmla="*/ 707390 h 831850"/>
              <a:gd name="connsiteX11" fmla="*/ 1606550 w 1606550"/>
              <a:gd name="connsiteY11" fmla="*/ 765751 h 831850"/>
              <a:gd name="connsiteX12" fmla="*/ 1540451 w 1606550"/>
              <a:gd name="connsiteY12" fmla="*/ 831850 h 831850"/>
              <a:gd name="connsiteX13" fmla="*/ 190061 w 1606550"/>
              <a:gd name="connsiteY13" fmla="*/ 831215 h 831850"/>
              <a:gd name="connsiteX14" fmla="*/ 66099 w 1606550"/>
              <a:gd name="connsiteY14" fmla="*/ 831850 h 831850"/>
              <a:gd name="connsiteX15" fmla="*/ 0 w 1606550"/>
              <a:gd name="connsiteY15" fmla="*/ 765751 h 831850"/>
              <a:gd name="connsiteX16" fmla="*/ 0 w 1606550"/>
              <a:gd name="connsiteY16" fmla="*/ 66099 h 831850"/>
              <a:gd name="connsiteX17" fmla="*/ 66099 w 1606550"/>
              <a:gd name="connsiteY17" fmla="*/ 0 h 831850"/>
              <a:gd name="connsiteX0" fmla="*/ 66099 w 1606550"/>
              <a:gd name="connsiteY0" fmla="*/ 0 h 838835"/>
              <a:gd name="connsiteX1" fmla="*/ 1540451 w 1606550"/>
              <a:gd name="connsiteY1" fmla="*/ 0 h 838835"/>
              <a:gd name="connsiteX2" fmla="*/ 1606550 w 1606550"/>
              <a:gd name="connsiteY2" fmla="*/ 66099 h 838835"/>
              <a:gd name="connsiteX3" fmla="*/ 1606550 w 1606550"/>
              <a:gd name="connsiteY3" fmla="*/ 346710 h 838835"/>
              <a:gd name="connsiteX4" fmla="*/ 553720 w 1606550"/>
              <a:gd name="connsiteY4" fmla="*/ 346710 h 838835"/>
              <a:gd name="connsiteX5" fmla="*/ 263315 w 1606550"/>
              <a:gd name="connsiteY5" fmla="*/ 346710 h 838835"/>
              <a:gd name="connsiteX6" fmla="*/ 203200 w 1606550"/>
              <a:gd name="connsiteY6" fmla="*/ 406825 h 838835"/>
              <a:gd name="connsiteX7" fmla="*/ 203200 w 1606550"/>
              <a:gd name="connsiteY7" fmla="*/ 647275 h 838835"/>
              <a:gd name="connsiteX8" fmla="*/ 263315 w 1606550"/>
              <a:gd name="connsiteY8" fmla="*/ 707390 h 838835"/>
              <a:gd name="connsiteX9" fmla="*/ 533400 w 1606550"/>
              <a:gd name="connsiteY9" fmla="*/ 707390 h 838835"/>
              <a:gd name="connsiteX10" fmla="*/ 1606550 w 1606550"/>
              <a:gd name="connsiteY10" fmla="*/ 707390 h 838835"/>
              <a:gd name="connsiteX11" fmla="*/ 1606550 w 1606550"/>
              <a:gd name="connsiteY11" fmla="*/ 765751 h 838835"/>
              <a:gd name="connsiteX12" fmla="*/ 1540451 w 1606550"/>
              <a:gd name="connsiteY12" fmla="*/ 831850 h 838835"/>
              <a:gd name="connsiteX13" fmla="*/ 326330 w 1606550"/>
              <a:gd name="connsiteY13" fmla="*/ 838835 h 838835"/>
              <a:gd name="connsiteX14" fmla="*/ 190061 w 1606550"/>
              <a:gd name="connsiteY14" fmla="*/ 831215 h 838835"/>
              <a:gd name="connsiteX15" fmla="*/ 66099 w 1606550"/>
              <a:gd name="connsiteY15" fmla="*/ 831850 h 838835"/>
              <a:gd name="connsiteX16" fmla="*/ 0 w 1606550"/>
              <a:gd name="connsiteY16" fmla="*/ 765751 h 838835"/>
              <a:gd name="connsiteX17" fmla="*/ 0 w 1606550"/>
              <a:gd name="connsiteY17" fmla="*/ 66099 h 838835"/>
              <a:gd name="connsiteX18" fmla="*/ 66099 w 1606550"/>
              <a:gd name="connsiteY18" fmla="*/ 0 h 838835"/>
              <a:gd name="connsiteX0" fmla="*/ 66099 w 1606550"/>
              <a:gd name="connsiteY0" fmla="*/ 0 h 866844"/>
              <a:gd name="connsiteX1" fmla="*/ 1540451 w 1606550"/>
              <a:gd name="connsiteY1" fmla="*/ 0 h 866844"/>
              <a:gd name="connsiteX2" fmla="*/ 1606550 w 1606550"/>
              <a:gd name="connsiteY2" fmla="*/ 66099 h 866844"/>
              <a:gd name="connsiteX3" fmla="*/ 1606550 w 1606550"/>
              <a:gd name="connsiteY3" fmla="*/ 346710 h 866844"/>
              <a:gd name="connsiteX4" fmla="*/ 553720 w 1606550"/>
              <a:gd name="connsiteY4" fmla="*/ 346710 h 866844"/>
              <a:gd name="connsiteX5" fmla="*/ 263315 w 1606550"/>
              <a:gd name="connsiteY5" fmla="*/ 346710 h 866844"/>
              <a:gd name="connsiteX6" fmla="*/ 203200 w 1606550"/>
              <a:gd name="connsiteY6" fmla="*/ 406825 h 866844"/>
              <a:gd name="connsiteX7" fmla="*/ 203200 w 1606550"/>
              <a:gd name="connsiteY7" fmla="*/ 647275 h 866844"/>
              <a:gd name="connsiteX8" fmla="*/ 263315 w 1606550"/>
              <a:gd name="connsiteY8" fmla="*/ 707390 h 866844"/>
              <a:gd name="connsiteX9" fmla="*/ 533400 w 1606550"/>
              <a:gd name="connsiteY9" fmla="*/ 707390 h 866844"/>
              <a:gd name="connsiteX10" fmla="*/ 1606550 w 1606550"/>
              <a:gd name="connsiteY10" fmla="*/ 707390 h 866844"/>
              <a:gd name="connsiteX11" fmla="*/ 1606550 w 1606550"/>
              <a:gd name="connsiteY11" fmla="*/ 765751 h 866844"/>
              <a:gd name="connsiteX12" fmla="*/ 1540451 w 1606550"/>
              <a:gd name="connsiteY12" fmla="*/ 831850 h 866844"/>
              <a:gd name="connsiteX13" fmla="*/ 326330 w 1606550"/>
              <a:gd name="connsiteY13" fmla="*/ 838835 h 866844"/>
              <a:gd name="connsiteX14" fmla="*/ 190061 w 1606550"/>
              <a:gd name="connsiteY14" fmla="*/ 831215 h 866844"/>
              <a:gd name="connsiteX15" fmla="*/ 66099 w 1606550"/>
              <a:gd name="connsiteY15" fmla="*/ 831850 h 866844"/>
              <a:gd name="connsiteX16" fmla="*/ 0 w 1606550"/>
              <a:gd name="connsiteY16" fmla="*/ 765751 h 866844"/>
              <a:gd name="connsiteX17" fmla="*/ 0 w 1606550"/>
              <a:gd name="connsiteY17" fmla="*/ 66099 h 866844"/>
              <a:gd name="connsiteX18" fmla="*/ 66099 w 1606550"/>
              <a:gd name="connsiteY18" fmla="*/ 0 h 866844"/>
              <a:gd name="connsiteX0" fmla="*/ 66099 w 1606550"/>
              <a:gd name="connsiteY0" fmla="*/ 0 h 871170"/>
              <a:gd name="connsiteX1" fmla="*/ 1540451 w 1606550"/>
              <a:gd name="connsiteY1" fmla="*/ 0 h 871170"/>
              <a:gd name="connsiteX2" fmla="*/ 1606550 w 1606550"/>
              <a:gd name="connsiteY2" fmla="*/ 66099 h 871170"/>
              <a:gd name="connsiteX3" fmla="*/ 1606550 w 1606550"/>
              <a:gd name="connsiteY3" fmla="*/ 346710 h 871170"/>
              <a:gd name="connsiteX4" fmla="*/ 553720 w 1606550"/>
              <a:gd name="connsiteY4" fmla="*/ 346710 h 871170"/>
              <a:gd name="connsiteX5" fmla="*/ 263315 w 1606550"/>
              <a:gd name="connsiteY5" fmla="*/ 346710 h 871170"/>
              <a:gd name="connsiteX6" fmla="*/ 203200 w 1606550"/>
              <a:gd name="connsiteY6" fmla="*/ 406825 h 871170"/>
              <a:gd name="connsiteX7" fmla="*/ 203200 w 1606550"/>
              <a:gd name="connsiteY7" fmla="*/ 647275 h 871170"/>
              <a:gd name="connsiteX8" fmla="*/ 263315 w 1606550"/>
              <a:gd name="connsiteY8" fmla="*/ 707390 h 871170"/>
              <a:gd name="connsiteX9" fmla="*/ 533400 w 1606550"/>
              <a:gd name="connsiteY9" fmla="*/ 707390 h 871170"/>
              <a:gd name="connsiteX10" fmla="*/ 1606550 w 1606550"/>
              <a:gd name="connsiteY10" fmla="*/ 707390 h 871170"/>
              <a:gd name="connsiteX11" fmla="*/ 1606550 w 1606550"/>
              <a:gd name="connsiteY11" fmla="*/ 765751 h 871170"/>
              <a:gd name="connsiteX12" fmla="*/ 1540451 w 1606550"/>
              <a:gd name="connsiteY12" fmla="*/ 831850 h 871170"/>
              <a:gd name="connsiteX13" fmla="*/ 326330 w 1606550"/>
              <a:gd name="connsiteY13" fmla="*/ 838835 h 871170"/>
              <a:gd name="connsiteX14" fmla="*/ 190061 w 1606550"/>
              <a:gd name="connsiteY14" fmla="*/ 831215 h 871170"/>
              <a:gd name="connsiteX15" fmla="*/ 66099 w 1606550"/>
              <a:gd name="connsiteY15" fmla="*/ 831850 h 871170"/>
              <a:gd name="connsiteX16" fmla="*/ 0 w 1606550"/>
              <a:gd name="connsiteY16" fmla="*/ 765751 h 871170"/>
              <a:gd name="connsiteX17" fmla="*/ 0 w 1606550"/>
              <a:gd name="connsiteY17" fmla="*/ 66099 h 871170"/>
              <a:gd name="connsiteX18" fmla="*/ 66099 w 1606550"/>
              <a:gd name="connsiteY18" fmla="*/ 0 h 871170"/>
              <a:gd name="connsiteX0" fmla="*/ 66099 w 1606550"/>
              <a:gd name="connsiteY0" fmla="*/ 0 h 871170"/>
              <a:gd name="connsiteX1" fmla="*/ 186475 w 1606550"/>
              <a:gd name="connsiteY1" fmla="*/ 634 h 871170"/>
              <a:gd name="connsiteX2" fmla="*/ 1540451 w 1606550"/>
              <a:gd name="connsiteY2" fmla="*/ 0 h 871170"/>
              <a:gd name="connsiteX3" fmla="*/ 1606550 w 1606550"/>
              <a:gd name="connsiteY3" fmla="*/ 66099 h 871170"/>
              <a:gd name="connsiteX4" fmla="*/ 1606550 w 1606550"/>
              <a:gd name="connsiteY4" fmla="*/ 346710 h 871170"/>
              <a:gd name="connsiteX5" fmla="*/ 553720 w 1606550"/>
              <a:gd name="connsiteY5" fmla="*/ 346710 h 871170"/>
              <a:gd name="connsiteX6" fmla="*/ 263315 w 1606550"/>
              <a:gd name="connsiteY6" fmla="*/ 346710 h 871170"/>
              <a:gd name="connsiteX7" fmla="*/ 203200 w 1606550"/>
              <a:gd name="connsiteY7" fmla="*/ 406825 h 871170"/>
              <a:gd name="connsiteX8" fmla="*/ 203200 w 1606550"/>
              <a:gd name="connsiteY8" fmla="*/ 647275 h 871170"/>
              <a:gd name="connsiteX9" fmla="*/ 263315 w 1606550"/>
              <a:gd name="connsiteY9" fmla="*/ 707390 h 871170"/>
              <a:gd name="connsiteX10" fmla="*/ 533400 w 1606550"/>
              <a:gd name="connsiteY10" fmla="*/ 707390 h 871170"/>
              <a:gd name="connsiteX11" fmla="*/ 1606550 w 1606550"/>
              <a:gd name="connsiteY11" fmla="*/ 707390 h 871170"/>
              <a:gd name="connsiteX12" fmla="*/ 1606550 w 1606550"/>
              <a:gd name="connsiteY12" fmla="*/ 765751 h 871170"/>
              <a:gd name="connsiteX13" fmla="*/ 1540451 w 1606550"/>
              <a:gd name="connsiteY13" fmla="*/ 831850 h 871170"/>
              <a:gd name="connsiteX14" fmla="*/ 326330 w 1606550"/>
              <a:gd name="connsiteY14" fmla="*/ 838835 h 871170"/>
              <a:gd name="connsiteX15" fmla="*/ 190061 w 1606550"/>
              <a:gd name="connsiteY15" fmla="*/ 831215 h 871170"/>
              <a:gd name="connsiteX16" fmla="*/ 66099 w 1606550"/>
              <a:gd name="connsiteY16" fmla="*/ 831850 h 871170"/>
              <a:gd name="connsiteX17" fmla="*/ 0 w 1606550"/>
              <a:gd name="connsiteY17" fmla="*/ 765751 h 871170"/>
              <a:gd name="connsiteX18" fmla="*/ 0 w 1606550"/>
              <a:gd name="connsiteY18" fmla="*/ 66099 h 871170"/>
              <a:gd name="connsiteX19" fmla="*/ 66099 w 1606550"/>
              <a:gd name="connsiteY19" fmla="*/ 0 h 871170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606550" h="878156">
                <a:moveTo>
                  <a:pt x="66099" y="6986"/>
                </a:moveTo>
                <a:lnTo>
                  <a:pt x="186475" y="7620"/>
                </a:lnTo>
                <a:cubicBezTo>
                  <a:pt x="233093" y="46990"/>
                  <a:pt x="261782" y="67310"/>
                  <a:pt x="315572" y="0"/>
                </a:cubicBezTo>
                <a:lnTo>
                  <a:pt x="1540451" y="6986"/>
                </a:lnTo>
                <a:cubicBezTo>
                  <a:pt x="1576956" y="6986"/>
                  <a:pt x="1606550" y="36580"/>
                  <a:pt x="1606550" y="73085"/>
                </a:cubicBezTo>
                <a:lnTo>
                  <a:pt x="1606550" y="353696"/>
                </a:lnTo>
                <a:lnTo>
                  <a:pt x="553720" y="353696"/>
                </a:lnTo>
                <a:cubicBezTo>
                  <a:pt x="411198" y="475616"/>
                  <a:pt x="360117" y="353696"/>
                  <a:pt x="263315" y="353696"/>
                </a:cubicBezTo>
                <a:cubicBezTo>
                  <a:pt x="230114" y="353696"/>
                  <a:pt x="203200" y="380610"/>
                  <a:pt x="203200" y="413811"/>
                </a:cubicBezTo>
                <a:lnTo>
                  <a:pt x="203200" y="654261"/>
                </a:lnTo>
                <a:cubicBezTo>
                  <a:pt x="203200" y="687462"/>
                  <a:pt x="230114" y="714376"/>
                  <a:pt x="263315" y="714376"/>
                </a:cubicBezTo>
                <a:cubicBezTo>
                  <a:pt x="353343" y="714376"/>
                  <a:pt x="341772" y="851536"/>
                  <a:pt x="533400" y="714376"/>
                </a:cubicBezTo>
                <a:lnTo>
                  <a:pt x="1606550" y="714376"/>
                </a:lnTo>
                <a:lnTo>
                  <a:pt x="1606550" y="772737"/>
                </a:lnTo>
                <a:cubicBezTo>
                  <a:pt x="1606550" y="809242"/>
                  <a:pt x="1576956" y="838836"/>
                  <a:pt x="1540451" y="838836"/>
                </a:cubicBezTo>
                <a:lnTo>
                  <a:pt x="326330" y="845821"/>
                </a:lnTo>
                <a:cubicBezTo>
                  <a:pt x="273735" y="911861"/>
                  <a:pt x="249828" y="859791"/>
                  <a:pt x="190061" y="838201"/>
                </a:cubicBezTo>
                <a:lnTo>
                  <a:pt x="66099" y="838836"/>
                </a:lnTo>
                <a:cubicBezTo>
                  <a:pt x="29594" y="838836"/>
                  <a:pt x="0" y="809242"/>
                  <a:pt x="0" y="772737"/>
                </a:cubicBezTo>
                <a:lnTo>
                  <a:pt x="0" y="73085"/>
                </a:lnTo>
                <a:cubicBezTo>
                  <a:pt x="0" y="36580"/>
                  <a:pt x="29594" y="6986"/>
                  <a:pt x="66099" y="698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altLang="en-US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當</a:t>
            </a:r>
            <a:r>
              <a:rPr lang="zh-TW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接收</a:t>
            </a:r>
            <a:r>
              <a:rPr lang="en-US" sz="1200" kern="100" dirty="0" err="1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zh-TW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訊息</a:t>
            </a:r>
            <a:r>
              <a:rPr lang="zh-TW" altLang="en-US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時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2" name="圓角矩形 48"/>
          <p:cNvSpPr/>
          <p:nvPr/>
        </p:nvSpPr>
        <p:spPr>
          <a:xfrm>
            <a:off x="3141502" y="2415540"/>
            <a:ext cx="1463041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6200">
              <a:spcAft>
                <a:spcPts val="0"/>
              </a:spcAft>
            </a:pPr>
            <a:r>
              <a:rPr lang="zh-TW" alt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取得</a:t>
            </a:r>
            <a:r>
              <a:rPr lang="en-US" altLang="zh-TW" sz="1200" kern="100" dirty="0" err="1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訊息字串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4" name="圓角矩形 48"/>
          <p:cNvSpPr/>
          <p:nvPr/>
        </p:nvSpPr>
        <p:spPr>
          <a:xfrm>
            <a:off x="1122279" y="4744362"/>
            <a:ext cx="954109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63500">
              <a:spcAft>
                <a:spcPts val="0"/>
              </a:spcAft>
            </a:pPr>
            <a:r>
              <a:rPr lang="zh-TW" alt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按下簽收鈕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2811029" y="4738669"/>
            <a:ext cx="550142" cy="238125"/>
            <a:chOff x="-459817" y="0"/>
            <a:chExt cx="550713" cy="238539"/>
          </a:xfrm>
        </p:grpSpPr>
        <p:sp>
          <p:nvSpPr>
            <p:cNvPr id="59" name="圓角矩形 58"/>
            <p:cNvSpPr/>
            <p:nvPr/>
          </p:nvSpPr>
          <p:spPr>
            <a:xfrm>
              <a:off x="-459817" y="0"/>
              <a:ext cx="550713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6200">
                <a:spcAft>
                  <a:spcPts val="0"/>
                </a:spcAft>
              </a:pPr>
              <a:r>
                <a:rPr lang="en-US" sz="1200" b="1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20%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60" name="等腰三角形 59"/>
            <p:cNvSpPr/>
            <p:nvPr/>
          </p:nvSpPr>
          <p:spPr>
            <a:xfrm rot="10800000">
              <a:off x="-115805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783772" y="3126007"/>
            <a:ext cx="452755" cy="238125"/>
            <a:chOff x="0" y="0"/>
            <a:chExt cx="453225" cy="238539"/>
          </a:xfrm>
        </p:grpSpPr>
        <p:sp>
          <p:nvSpPr>
            <p:cNvPr id="63" name="圓角矩形 62"/>
            <p:cNvSpPr/>
            <p:nvPr/>
          </p:nvSpPr>
          <p:spPr>
            <a:xfrm>
              <a:off x="0" y="0"/>
              <a:ext cx="453225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800000">
              <a:off x="246491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5065391" y="3395296"/>
            <a:ext cx="3217549" cy="421640"/>
            <a:chOff x="2874641" y="3733653"/>
            <a:chExt cx="3217549" cy="421640"/>
          </a:xfrm>
        </p:grpSpPr>
        <p:sp>
          <p:nvSpPr>
            <p:cNvPr id="61" name="圓角矩形 4"/>
            <p:cNvSpPr/>
            <p:nvPr/>
          </p:nvSpPr>
          <p:spPr>
            <a:xfrm>
              <a:off x="2874641" y="3733653"/>
              <a:ext cx="3217549" cy="42164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                                       </a:t>
              </a:r>
              <a:r>
                <a:rPr lang="zh-TW" alt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設定為                     角度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3022917" y="3804187"/>
              <a:ext cx="1206183" cy="238125"/>
              <a:chOff x="-754210" y="0"/>
              <a:chExt cx="1207435" cy="238539"/>
            </a:xfrm>
          </p:grpSpPr>
          <p:sp>
            <p:nvSpPr>
              <p:cNvPr id="66" name="圓角矩形 65"/>
              <p:cNvSpPr/>
              <p:nvPr/>
            </p:nvSpPr>
            <p:spPr>
              <a:xfrm>
                <a:off x="-754210" y="0"/>
                <a:ext cx="1207435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20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貨斗伺服馬達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等腰三角形 66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71" name="群組 70"/>
            <p:cNvGrpSpPr/>
            <p:nvPr/>
          </p:nvGrpSpPr>
          <p:grpSpPr>
            <a:xfrm>
              <a:off x="4814802" y="3798374"/>
              <a:ext cx="605155" cy="238125"/>
              <a:chOff x="-152558" y="0"/>
              <a:chExt cx="605783" cy="238539"/>
            </a:xfrm>
          </p:grpSpPr>
          <p:sp>
            <p:nvSpPr>
              <p:cNvPr id="72" name="圓角矩形 71"/>
              <p:cNvSpPr/>
              <p:nvPr/>
            </p:nvSpPr>
            <p:spPr>
              <a:xfrm>
                <a:off x="-152558" y="0"/>
                <a:ext cx="605783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20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打開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等腰三角形 72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sp>
        <p:nvSpPr>
          <p:cNvPr id="77" name="圓角矩形 4"/>
          <p:cNvSpPr/>
          <p:nvPr/>
        </p:nvSpPr>
        <p:spPr>
          <a:xfrm>
            <a:off x="1938336" y="3312037"/>
            <a:ext cx="1310637" cy="295959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>
                <a:cs typeface="Times New Roman" panose="02020603050405020304" pitchFamily="18" charset="0"/>
              </a:rPr>
              <a:t>Statements</a:t>
            </a:r>
            <a:r>
              <a:rPr lang="zh-TW" altLang="en-US" sz="1200" kern="100" dirty="0">
                <a:cs typeface="Times New Roman" panose="02020603050405020304" pitchFamily="18" charset="0"/>
              </a:rPr>
              <a:t>區塊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86" name="群組 85"/>
          <p:cNvGrpSpPr/>
          <p:nvPr/>
        </p:nvGrpSpPr>
        <p:grpSpPr>
          <a:xfrm>
            <a:off x="2949411" y="3908161"/>
            <a:ext cx="1128375" cy="152442"/>
            <a:chOff x="-754210" y="0"/>
            <a:chExt cx="1207435" cy="238539"/>
          </a:xfrm>
        </p:grpSpPr>
        <p:sp>
          <p:nvSpPr>
            <p:cNvPr id="90" name="圓角矩形 89"/>
            <p:cNvSpPr/>
            <p:nvPr/>
          </p:nvSpPr>
          <p:spPr>
            <a:xfrm>
              <a:off x="-754210" y="0"/>
              <a:ext cx="1207435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zh-TW" altLang="en-US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貨斗伺服馬達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1" name="等腰三角形 90"/>
            <p:cNvSpPr/>
            <p:nvPr/>
          </p:nvSpPr>
          <p:spPr>
            <a:xfrm rot="10800000">
              <a:off x="246491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000"/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077786" y="3867784"/>
            <a:ext cx="2785294" cy="413020"/>
            <a:chOff x="4077786" y="3867784"/>
            <a:chExt cx="2785294" cy="413020"/>
          </a:xfrm>
        </p:grpSpPr>
        <p:sp>
          <p:nvSpPr>
            <p:cNvPr id="85" name="圓角矩形 4"/>
            <p:cNvSpPr/>
            <p:nvPr/>
          </p:nvSpPr>
          <p:spPr>
            <a:xfrm>
              <a:off x="4077786" y="3867784"/>
              <a:ext cx="2785294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AI</a:t>
              </a:r>
              <a:r>
                <a:rPr lang="zh-TW" altLang="en-US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識別模式切換為</a:t>
              </a: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: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2" name="群組 91"/>
            <p:cNvGrpSpPr/>
            <p:nvPr/>
          </p:nvGrpSpPr>
          <p:grpSpPr>
            <a:xfrm>
              <a:off x="5236526" y="3935730"/>
              <a:ext cx="1502997" cy="233257"/>
              <a:chOff x="-1073284" y="0"/>
              <a:chExt cx="1526510" cy="238539"/>
            </a:xfrm>
          </p:grpSpPr>
          <p:sp>
            <p:nvSpPr>
              <p:cNvPr id="93" name="圓角矩形 92"/>
              <p:cNvSpPr/>
              <p:nvPr/>
            </p:nvSpPr>
            <p:spPr>
              <a:xfrm>
                <a:off x="-1073284" y="0"/>
                <a:ext cx="1526510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en-US" altLang="zh-TW" sz="1000" kern="100" dirty="0" err="1">
                    <a:cs typeface="Times New Roman" panose="02020603050405020304" pitchFamily="18" charset="0"/>
                  </a:rPr>
                  <a:t>ALGORITHM_OBJECT</a:t>
                </a:r>
                <a:endParaRPr 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等腰三角形 93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000"/>
              </a:p>
            </p:txBody>
          </p:sp>
        </p:grpSp>
      </p:grpSp>
      <p:grpSp>
        <p:nvGrpSpPr>
          <p:cNvPr id="101" name="群組 100"/>
          <p:cNvGrpSpPr/>
          <p:nvPr/>
        </p:nvGrpSpPr>
        <p:grpSpPr>
          <a:xfrm>
            <a:off x="3339224" y="3418838"/>
            <a:ext cx="1591630" cy="263525"/>
            <a:chOff x="2203130" y="4497459"/>
            <a:chExt cx="1591630" cy="263525"/>
          </a:xfrm>
        </p:grpSpPr>
        <p:sp>
          <p:nvSpPr>
            <p:cNvPr id="97" name="圓角矩形 48"/>
            <p:cNvSpPr/>
            <p:nvPr/>
          </p:nvSpPr>
          <p:spPr>
            <a:xfrm>
              <a:off x="2203130" y="4497459"/>
              <a:ext cx="1591630" cy="263525"/>
            </a:xfrm>
            <a:custGeom>
              <a:avLst/>
              <a:gdLst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0 w 4506685"/>
                <a:gd name="connsiteY8" fmla="*/ 62594 h 375557"/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5443 w 4506685"/>
                <a:gd name="connsiteY8" fmla="*/ 163286 h 375557"/>
                <a:gd name="connsiteX9" fmla="*/ 0 w 4506685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0 w 4816934"/>
                <a:gd name="connsiteY8" fmla="*/ 146945 h 375557"/>
                <a:gd name="connsiteX9" fmla="*/ 310249 w 4816934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190500 w 4816934"/>
                <a:gd name="connsiteY8" fmla="*/ 261257 h 375557"/>
                <a:gd name="connsiteX9" fmla="*/ 0 w 4816934"/>
                <a:gd name="connsiteY9" fmla="*/ 146945 h 375557"/>
                <a:gd name="connsiteX10" fmla="*/ 310249 w 4816934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10905 w 4827839"/>
                <a:gd name="connsiteY9" fmla="*/ 146945 h 375557"/>
                <a:gd name="connsiteX10" fmla="*/ 321154 w 4827839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38122 w 4827839"/>
                <a:gd name="connsiteY9" fmla="*/ 97924 h 375557"/>
                <a:gd name="connsiteX10" fmla="*/ 321154 w 4827839"/>
                <a:gd name="connsiteY10" fmla="*/ 62594 h 375557"/>
                <a:gd name="connsiteX0" fmla="*/ 283032 w 4789717"/>
                <a:gd name="connsiteY0" fmla="*/ 62594 h 375557"/>
                <a:gd name="connsiteX1" fmla="*/ 345626 w 4789717"/>
                <a:gd name="connsiteY1" fmla="*/ 0 h 375557"/>
                <a:gd name="connsiteX2" fmla="*/ 4727123 w 4789717"/>
                <a:gd name="connsiteY2" fmla="*/ 0 h 375557"/>
                <a:gd name="connsiteX3" fmla="*/ 4789717 w 4789717"/>
                <a:gd name="connsiteY3" fmla="*/ 62594 h 375557"/>
                <a:gd name="connsiteX4" fmla="*/ 4789717 w 4789717"/>
                <a:gd name="connsiteY4" fmla="*/ 312963 h 375557"/>
                <a:gd name="connsiteX5" fmla="*/ 4727123 w 4789717"/>
                <a:gd name="connsiteY5" fmla="*/ 375557 h 375557"/>
                <a:gd name="connsiteX6" fmla="*/ 345626 w 4789717"/>
                <a:gd name="connsiteY6" fmla="*/ 375557 h 375557"/>
                <a:gd name="connsiteX7" fmla="*/ 283032 w 4789717"/>
                <a:gd name="connsiteY7" fmla="*/ 312963 h 375557"/>
                <a:gd name="connsiteX8" fmla="*/ 21756 w 4789717"/>
                <a:gd name="connsiteY8" fmla="*/ 315726 h 375557"/>
                <a:gd name="connsiteX9" fmla="*/ 0 w 4789717"/>
                <a:gd name="connsiteY9" fmla="*/ 97924 h 375557"/>
                <a:gd name="connsiteX10" fmla="*/ 283032 w 4789717"/>
                <a:gd name="connsiteY10" fmla="*/ 62594 h 375557"/>
                <a:gd name="connsiteX0" fmla="*/ 261276 w 4767961"/>
                <a:gd name="connsiteY0" fmla="*/ 62594 h 375557"/>
                <a:gd name="connsiteX1" fmla="*/ 323870 w 4767961"/>
                <a:gd name="connsiteY1" fmla="*/ 0 h 375557"/>
                <a:gd name="connsiteX2" fmla="*/ 4705367 w 4767961"/>
                <a:gd name="connsiteY2" fmla="*/ 0 h 375557"/>
                <a:gd name="connsiteX3" fmla="*/ 4767961 w 4767961"/>
                <a:gd name="connsiteY3" fmla="*/ 62594 h 375557"/>
                <a:gd name="connsiteX4" fmla="*/ 4767961 w 4767961"/>
                <a:gd name="connsiteY4" fmla="*/ 312963 h 375557"/>
                <a:gd name="connsiteX5" fmla="*/ 4705367 w 4767961"/>
                <a:gd name="connsiteY5" fmla="*/ 375557 h 375557"/>
                <a:gd name="connsiteX6" fmla="*/ 323870 w 4767961"/>
                <a:gd name="connsiteY6" fmla="*/ 375557 h 375557"/>
                <a:gd name="connsiteX7" fmla="*/ 261276 w 4767961"/>
                <a:gd name="connsiteY7" fmla="*/ 312963 h 375557"/>
                <a:gd name="connsiteX8" fmla="*/ 0 w 4767961"/>
                <a:gd name="connsiteY8" fmla="*/ 315726 h 375557"/>
                <a:gd name="connsiteX9" fmla="*/ 92557 w 4767961"/>
                <a:gd name="connsiteY9" fmla="*/ 81583 h 375557"/>
                <a:gd name="connsiteX10" fmla="*/ 261276 w 4767961"/>
                <a:gd name="connsiteY10" fmla="*/ 62594 h 375557"/>
                <a:gd name="connsiteX0" fmla="*/ 168719 w 4675404"/>
                <a:gd name="connsiteY0" fmla="*/ 62594 h 375557"/>
                <a:gd name="connsiteX1" fmla="*/ 231313 w 4675404"/>
                <a:gd name="connsiteY1" fmla="*/ 0 h 375557"/>
                <a:gd name="connsiteX2" fmla="*/ 4612810 w 4675404"/>
                <a:gd name="connsiteY2" fmla="*/ 0 h 375557"/>
                <a:gd name="connsiteX3" fmla="*/ 4675404 w 4675404"/>
                <a:gd name="connsiteY3" fmla="*/ 62594 h 375557"/>
                <a:gd name="connsiteX4" fmla="*/ 4675404 w 4675404"/>
                <a:gd name="connsiteY4" fmla="*/ 312963 h 375557"/>
                <a:gd name="connsiteX5" fmla="*/ 4612810 w 4675404"/>
                <a:gd name="connsiteY5" fmla="*/ 375557 h 375557"/>
                <a:gd name="connsiteX6" fmla="*/ 231313 w 4675404"/>
                <a:gd name="connsiteY6" fmla="*/ 375557 h 375557"/>
                <a:gd name="connsiteX7" fmla="*/ 168719 w 4675404"/>
                <a:gd name="connsiteY7" fmla="*/ 312963 h 375557"/>
                <a:gd name="connsiteX8" fmla="*/ 59855 w 4675404"/>
                <a:gd name="connsiteY8" fmla="*/ 315726 h 375557"/>
                <a:gd name="connsiteX9" fmla="*/ 0 w 4675404"/>
                <a:gd name="connsiteY9" fmla="*/ 81583 h 375557"/>
                <a:gd name="connsiteX10" fmla="*/ 168719 w 4675404"/>
                <a:gd name="connsiteY10" fmla="*/ 62594 h 375557"/>
                <a:gd name="connsiteX0" fmla="*/ 119183 w 4625868"/>
                <a:gd name="connsiteY0" fmla="*/ 62594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62594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26803 w 4625868"/>
                <a:gd name="connsiteY7" fmla="*/ 240520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25868" h="375557">
                  <a:moveTo>
                    <a:pt x="119183" y="127411"/>
                  </a:moveTo>
                  <a:cubicBezTo>
                    <a:pt x="119183" y="92841"/>
                    <a:pt x="147207" y="0"/>
                    <a:pt x="181777" y="0"/>
                  </a:cubicBezTo>
                  <a:lnTo>
                    <a:pt x="4563274" y="0"/>
                  </a:lnTo>
                  <a:cubicBezTo>
                    <a:pt x="4597844" y="0"/>
                    <a:pt x="4625868" y="28024"/>
                    <a:pt x="4625868" y="62594"/>
                  </a:cubicBezTo>
                  <a:lnTo>
                    <a:pt x="4625868" y="312963"/>
                  </a:lnTo>
                  <a:cubicBezTo>
                    <a:pt x="4625868" y="347533"/>
                    <a:pt x="4597844" y="375557"/>
                    <a:pt x="4563274" y="375557"/>
                  </a:cubicBezTo>
                  <a:lnTo>
                    <a:pt x="181777" y="375557"/>
                  </a:lnTo>
                  <a:cubicBezTo>
                    <a:pt x="147207" y="375557"/>
                    <a:pt x="126803" y="275090"/>
                    <a:pt x="126803" y="240520"/>
                  </a:cubicBezTo>
                  <a:lnTo>
                    <a:pt x="10319" y="315726"/>
                  </a:lnTo>
                  <a:lnTo>
                    <a:pt x="0" y="77770"/>
                  </a:lnTo>
                  <a:lnTo>
                    <a:pt x="119183" y="127411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                     </a:t>
              </a: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循跡感測被觸發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8" name="群組 97"/>
            <p:cNvGrpSpPr/>
            <p:nvPr/>
          </p:nvGrpSpPr>
          <p:grpSpPr>
            <a:xfrm>
              <a:off x="2306002" y="4510843"/>
              <a:ext cx="568639" cy="238125"/>
              <a:chOff x="-375357" y="0"/>
              <a:chExt cx="569230" cy="238539"/>
            </a:xfrm>
          </p:grpSpPr>
          <p:sp>
            <p:nvSpPr>
              <p:cNvPr id="99" name="圓角矩形 98"/>
              <p:cNvSpPr/>
              <p:nvPr/>
            </p:nvSpPr>
            <p:spPr>
              <a:xfrm>
                <a:off x="-375357" y="0"/>
                <a:ext cx="569230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6200">
                  <a:spcAft>
                    <a:spcPts val="0"/>
                  </a:spcAft>
                </a:pPr>
                <a:r>
                  <a:rPr lang="zh-TW" altLang="en-US" sz="105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前方</a:t>
                </a:r>
                <a:endParaRPr lang="zh-TW" sz="105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等腰三角形 99"/>
              <p:cNvSpPr/>
              <p:nvPr/>
            </p:nvSpPr>
            <p:spPr>
              <a:xfrm rot="10800000">
                <a:off x="-12847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110" name="群組 109"/>
          <p:cNvGrpSpPr/>
          <p:nvPr/>
        </p:nvGrpSpPr>
        <p:grpSpPr>
          <a:xfrm>
            <a:off x="4690033" y="4491548"/>
            <a:ext cx="1478357" cy="413020"/>
            <a:chOff x="4690033" y="4491548"/>
            <a:chExt cx="1478357" cy="413020"/>
          </a:xfrm>
        </p:grpSpPr>
        <p:sp>
          <p:nvSpPr>
            <p:cNvPr id="103" name="圓角矩形 4"/>
            <p:cNvSpPr/>
            <p:nvPr/>
          </p:nvSpPr>
          <p:spPr>
            <a:xfrm>
              <a:off x="4690033" y="4491548"/>
              <a:ext cx="1478357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車頭轉向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04" name="群組 103"/>
            <p:cNvGrpSpPr/>
            <p:nvPr/>
          </p:nvGrpSpPr>
          <p:grpSpPr>
            <a:xfrm>
              <a:off x="5349240" y="4551199"/>
              <a:ext cx="595754" cy="233257"/>
              <a:chOff x="-151849" y="0"/>
              <a:chExt cx="605074" cy="238539"/>
            </a:xfrm>
          </p:grpSpPr>
          <p:sp>
            <p:nvSpPr>
              <p:cNvPr id="108" name="圓角矩形 107"/>
              <p:cNvSpPr/>
              <p:nvPr/>
            </p:nvSpPr>
            <p:spPr>
              <a:xfrm>
                <a:off x="-151849" y="0"/>
                <a:ext cx="605074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000" kern="100" dirty="0"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朝下</a:t>
                </a:r>
                <a:endParaRPr 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等腰三角形 108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000"/>
              </a:p>
            </p:txBody>
          </p:sp>
        </p:grpSp>
      </p:grpSp>
      <p:sp>
        <p:nvSpPr>
          <p:cNvPr id="111" name="圓角矩形 48"/>
          <p:cNvSpPr/>
          <p:nvPr/>
        </p:nvSpPr>
        <p:spPr>
          <a:xfrm>
            <a:off x="1468986" y="4289971"/>
            <a:ext cx="1515194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6200">
              <a:spcAft>
                <a:spcPts val="0"/>
              </a:spcAft>
            </a:pPr>
            <a:r>
              <a:rPr lang="en-US" alt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A*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演算法有找到路徑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6" name="圓角矩形 4"/>
          <p:cNvSpPr/>
          <p:nvPr/>
        </p:nvSpPr>
        <p:spPr>
          <a:xfrm>
            <a:off x="7250962" y="2012950"/>
            <a:ext cx="2435260" cy="421640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AI</a:t>
            </a:r>
            <a:r>
              <a:rPr lang="zh-TW" altLang="en-US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鏡頭朝向</a:t>
            </a:r>
            <a:r>
              <a:rPr lang="en-US" altLang="zh-TW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,</a:t>
            </a:r>
            <a:r>
              <a:rPr lang="zh-TW" altLang="en-US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準備人臉識別收貨人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7" name="圓角矩形 48"/>
          <p:cNvSpPr/>
          <p:nvPr/>
        </p:nvSpPr>
        <p:spPr>
          <a:xfrm>
            <a:off x="7005552" y="3012977"/>
            <a:ext cx="1463040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>
              <a:spcAft>
                <a:spcPts val="0"/>
              </a:spcAft>
            </a:pPr>
            <a:r>
              <a:rPr lang="zh-TW" sz="12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取得</a:t>
            </a:r>
            <a:r>
              <a:rPr lang="en-US" sz="12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zh-TW" sz="12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訊息字串</a:t>
            </a:r>
            <a:endParaRPr lang="zh-TW" sz="120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58" name="群組 57"/>
          <p:cNvGrpSpPr/>
          <p:nvPr/>
        </p:nvGrpSpPr>
        <p:grpSpPr>
          <a:xfrm>
            <a:off x="6739522" y="4667827"/>
            <a:ext cx="1617078" cy="412750"/>
            <a:chOff x="-250803" y="0"/>
            <a:chExt cx="1617162" cy="413020"/>
          </a:xfrm>
        </p:grpSpPr>
        <p:sp>
          <p:nvSpPr>
            <p:cNvPr id="68" name="圓角矩形 4"/>
            <p:cNvSpPr/>
            <p:nvPr/>
          </p:nvSpPr>
          <p:spPr>
            <a:xfrm>
              <a:off x="-250803" y="0"/>
              <a:ext cx="1617162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sz="100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車子執行</a:t>
              </a:r>
              <a:endParaRPr lang="zh-TW" sz="12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69" name="群組 68"/>
            <p:cNvGrpSpPr/>
            <p:nvPr/>
          </p:nvGrpSpPr>
          <p:grpSpPr>
            <a:xfrm>
              <a:off x="408438" y="59651"/>
              <a:ext cx="846523" cy="233257"/>
              <a:chOff x="404515" y="59651"/>
              <a:chExt cx="859766" cy="238539"/>
            </a:xfrm>
          </p:grpSpPr>
          <p:sp>
            <p:nvSpPr>
              <p:cNvPr id="70" name="圓角矩形 69"/>
              <p:cNvSpPr/>
              <p:nvPr/>
            </p:nvSpPr>
            <p:spPr>
              <a:xfrm>
                <a:off x="404515" y="59651"/>
                <a:ext cx="859766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4135">
                  <a:spcAft>
                    <a:spcPts val="0"/>
                  </a:spcAft>
                </a:pPr>
                <a:r>
                  <a:rPr lang="zh-TW" altLang="en-US" sz="1000" dirty="0">
                    <a:solidFill>
                      <a:srgbClr val="000000"/>
                    </a:solidFill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對角右進</a:t>
                </a:r>
                <a:endParaRPr lang="zh-TW" sz="1200" dirty="0">
                  <a:effectLst/>
                  <a:latin typeface="新細明體" panose="02020500000000000000" pitchFamily="18" charset="-120"/>
                  <a:ea typeface="新細明體" panose="02020500000000000000" pitchFamily="18" charset="-120"/>
                  <a:cs typeface="新細明體" panose="02020500000000000000" pitchFamily="18" charset="-120"/>
                </a:endParaRPr>
              </a:p>
            </p:txBody>
          </p:sp>
          <p:sp>
            <p:nvSpPr>
              <p:cNvPr id="75" name="等腰三角形 74"/>
              <p:cNvSpPr/>
              <p:nvPr/>
            </p:nvSpPr>
            <p:spPr>
              <a:xfrm rot="10800000">
                <a:off x="1057547" y="131213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3" name="群組 2"/>
          <p:cNvGrpSpPr/>
          <p:nvPr/>
        </p:nvGrpSpPr>
        <p:grpSpPr>
          <a:xfrm>
            <a:off x="3084004" y="4409684"/>
            <a:ext cx="800584" cy="266700"/>
            <a:chOff x="3084004" y="4409684"/>
            <a:chExt cx="800584" cy="266700"/>
          </a:xfrm>
        </p:grpSpPr>
        <p:sp>
          <p:nvSpPr>
            <p:cNvPr id="78" name="圓角矩形 4"/>
            <p:cNvSpPr/>
            <p:nvPr/>
          </p:nvSpPr>
          <p:spPr>
            <a:xfrm>
              <a:off x="3084004" y="4409684"/>
              <a:ext cx="800584" cy="26670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2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觸發值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9" name="手繪多邊形: 圖案 10"/>
            <p:cNvSpPr/>
            <p:nvPr/>
          </p:nvSpPr>
          <p:spPr>
            <a:xfrm>
              <a:off x="3592480" y="4449054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1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2593654" y="1343880"/>
            <a:ext cx="3320024" cy="413020"/>
            <a:chOff x="2593654" y="1343880"/>
            <a:chExt cx="3320024" cy="413020"/>
          </a:xfrm>
        </p:grpSpPr>
        <p:sp>
          <p:nvSpPr>
            <p:cNvPr id="84" name="圓角矩形 4"/>
            <p:cNvSpPr/>
            <p:nvPr/>
          </p:nvSpPr>
          <p:spPr>
            <a:xfrm>
              <a:off x="2593654" y="1343880"/>
              <a:ext cx="3320024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讀取</a:t>
              </a:r>
              <a:r>
                <a:rPr lang="en-US" altLang="zh-TW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Google</a:t>
              </a: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試算表                欄位為                             的資料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5" name="手繪多邊形: 圖案 10"/>
            <p:cNvSpPr/>
            <p:nvPr/>
          </p:nvSpPr>
          <p:spPr>
            <a:xfrm>
              <a:off x="3705295" y="1459902"/>
              <a:ext cx="396875" cy="180975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“A“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6" name="手繪多邊形: 圖案 10"/>
            <p:cNvSpPr/>
            <p:nvPr/>
          </p:nvSpPr>
          <p:spPr>
            <a:xfrm>
              <a:off x="4533979" y="1463204"/>
              <a:ext cx="757349" cy="177673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</a:t>
              </a:r>
              <a:r>
                <a:rPr lang="zh-TW" altLang="en-US" sz="1200" kern="100" dirty="0">
                  <a:solidFill>
                    <a:srgbClr val="FFFFFF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陳大春</a:t>
              </a: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圓角矩形 4"/>
          <p:cNvSpPr/>
          <p:nvPr/>
        </p:nvSpPr>
        <p:spPr>
          <a:xfrm>
            <a:off x="6429321" y="1388428"/>
            <a:ext cx="2785294" cy="395614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AI</a:t>
            </a:r>
            <a:r>
              <a:rPr lang="zh-TW" altLang="en-US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識別模式切換為</a:t>
            </a:r>
            <a:r>
              <a:rPr lang="en-US" alt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sz="10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3" name="圓角矩形 4"/>
          <p:cNvSpPr/>
          <p:nvPr/>
        </p:nvSpPr>
        <p:spPr>
          <a:xfrm>
            <a:off x="3391125" y="5025465"/>
            <a:ext cx="2553869" cy="395614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000" kern="100" dirty="0">
                <a:cs typeface="Times New Roman" panose="02020603050405020304" pitchFamily="18" charset="0"/>
              </a:rPr>
              <a:t>[</a:t>
            </a:r>
            <a:r>
              <a:rPr lang="zh-TW" altLang="en-US" sz="1000" kern="100" dirty="0">
                <a:cs typeface="Times New Roman" panose="02020603050405020304" pitchFamily="18" charset="0"/>
              </a:rPr>
              <a:t>傳送</a:t>
            </a:r>
            <a:r>
              <a:rPr lang="en-US" altLang="zh-TW" sz="1000" kern="100" dirty="0">
                <a:cs typeface="Times New Roman" panose="02020603050405020304" pitchFamily="18" charset="0"/>
              </a:rPr>
              <a:t>]</a:t>
            </a:r>
            <a:r>
              <a:rPr lang="zh-TW" altLang="en-US" sz="1000" kern="100" dirty="0">
                <a:cs typeface="Times New Roman" panose="02020603050405020304" pitchFamily="18" charset="0"/>
              </a:rPr>
              <a:t>訊息至</a:t>
            </a:r>
            <a:r>
              <a:rPr lang="en-US" altLang="zh-TW" sz="1000" kern="100" dirty="0">
                <a:cs typeface="Times New Roman" panose="02020603050405020304" pitchFamily="18" charset="0"/>
              </a:rPr>
              <a:t>UNO:</a:t>
            </a:r>
            <a:r>
              <a:rPr lang="zh-TW" altLang="en-US" sz="1000" kern="100" dirty="0">
                <a:cs typeface="Times New Roman" panose="02020603050405020304" pitchFamily="18" charset="0"/>
              </a:rPr>
              <a:t>依商品</a:t>
            </a:r>
            <a:r>
              <a:rPr lang="en-US" altLang="zh-TW" sz="1000" kern="100" dirty="0" err="1">
                <a:cs typeface="Times New Roman" panose="02020603050405020304" pitchFamily="18" charset="0"/>
              </a:rPr>
              <a:t>xy</a:t>
            </a:r>
            <a:r>
              <a:rPr lang="zh-TW" altLang="en-US" sz="1000" kern="100" dirty="0">
                <a:cs typeface="Times New Roman" panose="02020603050405020304" pitchFamily="18" charset="0"/>
              </a:rPr>
              <a:t>座標 自動撿貨</a:t>
            </a:r>
            <a:endParaRPr lang="zh-TW" sz="10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7FB28A-AD22-40A1-8C2B-781BEABE24EA}"/>
              </a:ext>
            </a:extLst>
          </p:cNvPr>
          <p:cNvGrpSpPr/>
          <p:nvPr/>
        </p:nvGrpSpPr>
        <p:grpSpPr>
          <a:xfrm>
            <a:off x="2446242" y="1969175"/>
            <a:ext cx="883189" cy="263525"/>
            <a:chOff x="2446242" y="1969175"/>
            <a:chExt cx="883189" cy="263525"/>
          </a:xfrm>
        </p:grpSpPr>
        <p:sp>
          <p:nvSpPr>
            <p:cNvPr id="80" name="圓角矩形 48">
              <a:extLst>
                <a:ext uri="{FF2B5EF4-FFF2-40B4-BE49-F238E27FC236}">
                  <a16:creationId xmlns:a16="http://schemas.microsoft.com/office/drawing/2014/main" id="{8E9195B3-C462-4D6E-BE7A-CB5032C12816}"/>
                </a:ext>
              </a:extLst>
            </p:cNvPr>
            <p:cNvSpPr/>
            <p:nvPr/>
          </p:nvSpPr>
          <p:spPr>
            <a:xfrm>
              <a:off x="2446242" y="1969175"/>
              <a:ext cx="883189" cy="263525"/>
            </a:xfrm>
            <a:custGeom>
              <a:avLst/>
              <a:gdLst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0 w 4506685"/>
                <a:gd name="connsiteY8" fmla="*/ 62594 h 375557"/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5443 w 4506685"/>
                <a:gd name="connsiteY8" fmla="*/ 163286 h 375557"/>
                <a:gd name="connsiteX9" fmla="*/ 0 w 4506685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0 w 4816934"/>
                <a:gd name="connsiteY8" fmla="*/ 146945 h 375557"/>
                <a:gd name="connsiteX9" fmla="*/ 310249 w 4816934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190500 w 4816934"/>
                <a:gd name="connsiteY8" fmla="*/ 261257 h 375557"/>
                <a:gd name="connsiteX9" fmla="*/ 0 w 4816934"/>
                <a:gd name="connsiteY9" fmla="*/ 146945 h 375557"/>
                <a:gd name="connsiteX10" fmla="*/ 310249 w 4816934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10905 w 4827839"/>
                <a:gd name="connsiteY9" fmla="*/ 146945 h 375557"/>
                <a:gd name="connsiteX10" fmla="*/ 321154 w 4827839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38122 w 4827839"/>
                <a:gd name="connsiteY9" fmla="*/ 97924 h 375557"/>
                <a:gd name="connsiteX10" fmla="*/ 321154 w 4827839"/>
                <a:gd name="connsiteY10" fmla="*/ 62594 h 375557"/>
                <a:gd name="connsiteX0" fmla="*/ 283032 w 4789717"/>
                <a:gd name="connsiteY0" fmla="*/ 62594 h 375557"/>
                <a:gd name="connsiteX1" fmla="*/ 345626 w 4789717"/>
                <a:gd name="connsiteY1" fmla="*/ 0 h 375557"/>
                <a:gd name="connsiteX2" fmla="*/ 4727123 w 4789717"/>
                <a:gd name="connsiteY2" fmla="*/ 0 h 375557"/>
                <a:gd name="connsiteX3" fmla="*/ 4789717 w 4789717"/>
                <a:gd name="connsiteY3" fmla="*/ 62594 h 375557"/>
                <a:gd name="connsiteX4" fmla="*/ 4789717 w 4789717"/>
                <a:gd name="connsiteY4" fmla="*/ 312963 h 375557"/>
                <a:gd name="connsiteX5" fmla="*/ 4727123 w 4789717"/>
                <a:gd name="connsiteY5" fmla="*/ 375557 h 375557"/>
                <a:gd name="connsiteX6" fmla="*/ 345626 w 4789717"/>
                <a:gd name="connsiteY6" fmla="*/ 375557 h 375557"/>
                <a:gd name="connsiteX7" fmla="*/ 283032 w 4789717"/>
                <a:gd name="connsiteY7" fmla="*/ 312963 h 375557"/>
                <a:gd name="connsiteX8" fmla="*/ 21756 w 4789717"/>
                <a:gd name="connsiteY8" fmla="*/ 315726 h 375557"/>
                <a:gd name="connsiteX9" fmla="*/ 0 w 4789717"/>
                <a:gd name="connsiteY9" fmla="*/ 97924 h 375557"/>
                <a:gd name="connsiteX10" fmla="*/ 283032 w 4789717"/>
                <a:gd name="connsiteY10" fmla="*/ 62594 h 375557"/>
                <a:gd name="connsiteX0" fmla="*/ 261276 w 4767961"/>
                <a:gd name="connsiteY0" fmla="*/ 62594 h 375557"/>
                <a:gd name="connsiteX1" fmla="*/ 323870 w 4767961"/>
                <a:gd name="connsiteY1" fmla="*/ 0 h 375557"/>
                <a:gd name="connsiteX2" fmla="*/ 4705367 w 4767961"/>
                <a:gd name="connsiteY2" fmla="*/ 0 h 375557"/>
                <a:gd name="connsiteX3" fmla="*/ 4767961 w 4767961"/>
                <a:gd name="connsiteY3" fmla="*/ 62594 h 375557"/>
                <a:gd name="connsiteX4" fmla="*/ 4767961 w 4767961"/>
                <a:gd name="connsiteY4" fmla="*/ 312963 h 375557"/>
                <a:gd name="connsiteX5" fmla="*/ 4705367 w 4767961"/>
                <a:gd name="connsiteY5" fmla="*/ 375557 h 375557"/>
                <a:gd name="connsiteX6" fmla="*/ 323870 w 4767961"/>
                <a:gd name="connsiteY6" fmla="*/ 375557 h 375557"/>
                <a:gd name="connsiteX7" fmla="*/ 261276 w 4767961"/>
                <a:gd name="connsiteY7" fmla="*/ 312963 h 375557"/>
                <a:gd name="connsiteX8" fmla="*/ 0 w 4767961"/>
                <a:gd name="connsiteY8" fmla="*/ 315726 h 375557"/>
                <a:gd name="connsiteX9" fmla="*/ 92557 w 4767961"/>
                <a:gd name="connsiteY9" fmla="*/ 81583 h 375557"/>
                <a:gd name="connsiteX10" fmla="*/ 261276 w 4767961"/>
                <a:gd name="connsiteY10" fmla="*/ 62594 h 375557"/>
                <a:gd name="connsiteX0" fmla="*/ 168719 w 4675404"/>
                <a:gd name="connsiteY0" fmla="*/ 62594 h 375557"/>
                <a:gd name="connsiteX1" fmla="*/ 231313 w 4675404"/>
                <a:gd name="connsiteY1" fmla="*/ 0 h 375557"/>
                <a:gd name="connsiteX2" fmla="*/ 4612810 w 4675404"/>
                <a:gd name="connsiteY2" fmla="*/ 0 h 375557"/>
                <a:gd name="connsiteX3" fmla="*/ 4675404 w 4675404"/>
                <a:gd name="connsiteY3" fmla="*/ 62594 h 375557"/>
                <a:gd name="connsiteX4" fmla="*/ 4675404 w 4675404"/>
                <a:gd name="connsiteY4" fmla="*/ 312963 h 375557"/>
                <a:gd name="connsiteX5" fmla="*/ 4612810 w 4675404"/>
                <a:gd name="connsiteY5" fmla="*/ 375557 h 375557"/>
                <a:gd name="connsiteX6" fmla="*/ 231313 w 4675404"/>
                <a:gd name="connsiteY6" fmla="*/ 375557 h 375557"/>
                <a:gd name="connsiteX7" fmla="*/ 168719 w 4675404"/>
                <a:gd name="connsiteY7" fmla="*/ 312963 h 375557"/>
                <a:gd name="connsiteX8" fmla="*/ 59855 w 4675404"/>
                <a:gd name="connsiteY8" fmla="*/ 315726 h 375557"/>
                <a:gd name="connsiteX9" fmla="*/ 0 w 4675404"/>
                <a:gd name="connsiteY9" fmla="*/ 81583 h 375557"/>
                <a:gd name="connsiteX10" fmla="*/ 168719 w 4675404"/>
                <a:gd name="connsiteY10" fmla="*/ 62594 h 375557"/>
                <a:gd name="connsiteX0" fmla="*/ 119183 w 4625868"/>
                <a:gd name="connsiteY0" fmla="*/ 62594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62594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26803 w 4625868"/>
                <a:gd name="connsiteY7" fmla="*/ 240520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25868" h="375557">
                  <a:moveTo>
                    <a:pt x="119183" y="127411"/>
                  </a:moveTo>
                  <a:cubicBezTo>
                    <a:pt x="119183" y="92841"/>
                    <a:pt x="147207" y="0"/>
                    <a:pt x="181777" y="0"/>
                  </a:cubicBezTo>
                  <a:lnTo>
                    <a:pt x="4563274" y="0"/>
                  </a:lnTo>
                  <a:cubicBezTo>
                    <a:pt x="4597844" y="0"/>
                    <a:pt x="4625868" y="28024"/>
                    <a:pt x="4625868" y="62594"/>
                  </a:cubicBezTo>
                  <a:lnTo>
                    <a:pt x="4625868" y="312963"/>
                  </a:lnTo>
                  <a:cubicBezTo>
                    <a:pt x="4625868" y="347533"/>
                    <a:pt x="4597844" y="375557"/>
                    <a:pt x="4563274" y="375557"/>
                  </a:cubicBezTo>
                  <a:lnTo>
                    <a:pt x="181777" y="375557"/>
                  </a:lnTo>
                  <a:cubicBezTo>
                    <a:pt x="147207" y="375557"/>
                    <a:pt x="126803" y="275090"/>
                    <a:pt x="126803" y="240520"/>
                  </a:cubicBezTo>
                  <a:lnTo>
                    <a:pt x="10319" y="315726"/>
                  </a:lnTo>
                  <a:lnTo>
                    <a:pt x="0" y="77770"/>
                  </a:lnTo>
                  <a:lnTo>
                    <a:pt x="119183" y="127411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zh-TW" alt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腳位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87" name="手繪多邊形: 圖案 10">
              <a:extLst>
                <a:ext uri="{FF2B5EF4-FFF2-40B4-BE49-F238E27FC236}">
                  <a16:creationId xmlns:a16="http://schemas.microsoft.com/office/drawing/2014/main" id="{7E327A97-9582-43DD-B207-B0A8F6FDDACB}"/>
                </a:ext>
              </a:extLst>
            </p:cNvPr>
            <p:cNvSpPr/>
            <p:nvPr/>
          </p:nvSpPr>
          <p:spPr>
            <a:xfrm>
              <a:off x="2867598" y="2020079"/>
              <a:ext cx="390525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E7D0DAEF-EB2A-4D83-B1BC-DBD09EAE6F40}"/>
              </a:ext>
            </a:extLst>
          </p:cNvPr>
          <p:cNvGrpSpPr/>
          <p:nvPr/>
        </p:nvGrpSpPr>
        <p:grpSpPr>
          <a:xfrm>
            <a:off x="368014" y="1309288"/>
            <a:ext cx="2078228" cy="356019"/>
            <a:chOff x="4453412" y="3664586"/>
            <a:chExt cx="2078228" cy="356019"/>
          </a:xfrm>
        </p:grpSpPr>
        <p:sp>
          <p:nvSpPr>
            <p:cNvPr id="135" name="圓角矩形 4">
              <a:extLst>
                <a:ext uri="{FF2B5EF4-FFF2-40B4-BE49-F238E27FC236}">
                  <a16:creationId xmlns:a16="http://schemas.microsoft.com/office/drawing/2014/main" id="{386BC809-B919-4661-A74C-2019B00ED290}"/>
                </a:ext>
              </a:extLst>
            </p:cNvPr>
            <p:cNvSpPr/>
            <p:nvPr/>
          </p:nvSpPr>
          <p:spPr>
            <a:xfrm>
              <a:off x="4453412" y="3664586"/>
              <a:ext cx="2078228" cy="356019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  <a:gd name="connsiteX0" fmla="*/ 0 w 4424680"/>
                <a:gd name="connsiteY0" fmla="*/ 60115 h 377646"/>
                <a:gd name="connsiteX1" fmla="*/ 60115 w 4424680"/>
                <a:gd name="connsiteY1" fmla="*/ 0 h 377646"/>
                <a:gd name="connsiteX2" fmla="*/ 350520 w 4424680"/>
                <a:gd name="connsiteY2" fmla="*/ 0 h 377646"/>
                <a:gd name="connsiteX3" fmla="*/ 4364565 w 4424680"/>
                <a:gd name="connsiteY3" fmla="*/ 0 h 377646"/>
                <a:gd name="connsiteX4" fmla="*/ 4424680 w 4424680"/>
                <a:gd name="connsiteY4" fmla="*/ 60115 h 377646"/>
                <a:gd name="connsiteX5" fmla="*/ 4424680 w 4424680"/>
                <a:gd name="connsiteY5" fmla="*/ 300565 h 377646"/>
                <a:gd name="connsiteX6" fmla="*/ 4364565 w 4424680"/>
                <a:gd name="connsiteY6" fmla="*/ 360680 h 377646"/>
                <a:gd name="connsiteX7" fmla="*/ 330200 w 4424680"/>
                <a:gd name="connsiteY7" fmla="*/ 360680 h 377646"/>
                <a:gd name="connsiteX8" fmla="*/ 60115 w 4424680"/>
                <a:gd name="connsiteY8" fmla="*/ 360680 h 377646"/>
                <a:gd name="connsiteX9" fmla="*/ 0 w 4424680"/>
                <a:gd name="connsiteY9" fmla="*/ 300565 h 377646"/>
                <a:gd name="connsiteX10" fmla="*/ 0 w 4424680"/>
                <a:gd name="connsiteY10" fmla="*/ 60115 h 377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377646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127388" y="56799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70817" y="398855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6BBE4B39-0AC3-4EFF-A22F-4F6F96E0B7E6}"/>
                </a:ext>
              </a:extLst>
            </p:cNvPr>
            <p:cNvGrpSpPr/>
            <p:nvPr/>
          </p:nvGrpSpPr>
          <p:grpSpPr>
            <a:xfrm>
              <a:off x="4674869" y="3761106"/>
              <a:ext cx="1630687" cy="175260"/>
              <a:chOff x="1503044" y="2736215"/>
              <a:chExt cx="1630687" cy="175260"/>
            </a:xfrm>
          </p:grpSpPr>
          <p:sp>
            <p:nvSpPr>
              <p:cNvPr id="137" name="手繪多邊形: 圖案 10">
                <a:extLst>
                  <a:ext uri="{FF2B5EF4-FFF2-40B4-BE49-F238E27FC236}">
                    <a16:creationId xmlns:a16="http://schemas.microsoft.com/office/drawing/2014/main" id="{94D25983-3F23-4D59-B236-C42F5379605C}"/>
                  </a:ext>
                </a:extLst>
              </p:cNvPr>
              <p:cNvSpPr/>
              <p:nvPr/>
            </p:nvSpPr>
            <p:spPr>
              <a:xfrm>
                <a:off x="1503044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手繪多邊形: 圖案 10">
                <a:extLst>
                  <a:ext uri="{FF2B5EF4-FFF2-40B4-BE49-F238E27FC236}">
                    <a16:creationId xmlns:a16="http://schemas.microsoft.com/office/drawing/2014/main" id="{F7952758-AF57-4C50-968B-85157F7CAE98}"/>
                  </a:ext>
                </a:extLst>
              </p:cNvPr>
              <p:cNvSpPr/>
              <p:nvPr/>
            </p:nvSpPr>
            <p:spPr>
              <a:xfrm>
                <a:off x="1784030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手繪多邊形: 圖案 10">
                <a:extLst>
                  <a:ext uri="{FF2B5EF4-FFF2-40B4-BE49-F238E27FC236}">
                    <a16:creationId xmlns:a16="http://schemas.microsoft.com/office/drawing/2014/main" id="{4963A187-8107-4D37-9446-703079F4AB24}"/>
                  </a:ext>
                </a:extLst>
              </p:cNvPr>
              <p:cNvSpPr/>
              <p:nvPr/>
            </p:nvSpPr>
            <p:spPr>
              <a:xfrm>
                <a:off x="2065016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手繪多邊形: 圖案 10">
                <a:extLst>
                  <a:ext uri="{FF2B5EF4-FFF2-40B4-BE49-F238E27FC236}">
                    <a16:creationId xmlns:a16="http://schemas.microsoft.com/office/drawing/2014/main" id="{3D2D591E-3600-4784-BD4A-DBA7A07BAB9D}"/>
                  </a:ext>
                </a:extLst>
              </p:cNvPr>
              <p:cNvSpPr/>
              <p:nvPr/>
            </p:nvSpPr>
            <p:spPr>
              <a:xfrm>
                <a:off x="2346002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手繪多邊形: 圖案 10">
                <a:extLst>
                  <a:ext uri="{FF2B5EF4-FFF2-40B4-BE49-F238E27FC236}">
                    <a16:creationId xmlns:a16="http://schemas.microsoft.com/office/drawing/2014/main" id="{DCF20AA7-120F-4F19-9831-04A72E11E0B3}"/>
                  </a:ext>
                </a:extLst>
              </p:cNvPr>
              <p:cNvSpPr/>
              <p:nvPr/>
            </p:nvSpPr>
            <p:spPr>
              <a:xfrm>
                <a:off x="2633667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手繪多邊形: 圖案 10">
                <a:extLst>
                  <a:ext uri="{FF2B5EF4-FFF2-40B4-BE49-F238E27FC236}">
                    <a16:creationId xmlns:a16="http://schemas.microsoft.com/office/drawing/2014/main" id="{EB9C056C-B7C7-4E23-A71D-EC51F4578A47}"/>
                  </a:ext>
                </a:extLst>
              </p:cNvPr>
              <p:cNvSpPr/>
              <p:nvPr/>
            </p:nvSpPr>
            <p:spPr>
              <a:xfrm>
                <a:off x="2914653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372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角矩形 4"/>
          <p:cNvSpPr/>
          <p:nvPr/>
        </p:nvSpPr>
        <p:spPr>
          <a:xfrm>
            <a:off x="8608060" y="3530600"/>
            <a:ext cx="2078228" cy="299212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4</a:t>
            </a:r>
            <a:r>
              <a: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位數字顯示模組 顯示數字</a:t>
            </a:r>
          </a:p>
        </p:txBody>
      </p:sp>
      <p:sp>
        <p:nvSpPr>
          <p:cNvPr id="9" name="圓角矩形 4"/>
          <p:cNvSpPr/>
          <p:nvPr/>
        </p:nvSpPr>
        <p:spPr>
          <a:xfrm>
            <a:off x="8480327" y="1498092"/>
            <a:ext cx="1888969" cy="1269492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  <a:gd name="connsiteX0" fmla="*/ 0 w 4449704"/>
              <a:gd name="connsiteY0" fmla="*/ 60115 h 2375415"/>
              <a:gd name="connsiteX1" fmla="*/ 60115 w 4449704"/>
              <a:gd name="connsiteY1" fmla="*/ 0 h 2375415"/>
              <a:gd name="connsiteX2" fmla="*/ 350520 w 4449704"/>
              <a:gd name="connsiteY2" fmla="*/ 0 h 2375415"/>
              <a:gd name="connsiteX3" fmla="*/ 4364565 w 4449704"/>
              <a:gd name="connsiteY3" fmla="*/ 0 h 2375415"/>
              <a:gd name="connsiteX4" fmla="*/ 4424680 w 4449704"/>
              <a:gd name="connsiteY4" fmla="*/ 60115 h 2375415"/>
              <a:gd name="connsiteX5" fmla="*/ 4424680 w 4449704"/>
              <a:gd name="connsiteY5" fmla="*/ 300565 h 2375415"/>
              <a:gd name="connsiteX6" fmla="*/ 4437706 w 4449704"/>
              <a:gd name="connsiteY6" fmla="*/ 2375415 h 2375415"/>
              <a:gd name="connsiteX7" fmla="*/ 330200 w 4449704"/>
              <a:gd name="connsiteY7" fmla="*/ 360680 h 2375415"/>
              <a:gd name="connsiteX8" fmla="*/ 60115 w 4449704"/>
              <a:gd name="connsiteY8" fmla="*/ 360680 h 2375415"/>
              <a:gd name="connsiteX9" fmla="*/ 0 w 4449704"/>
              <a:gd name="connsiteY9" fmla="*/ 300565 h 2375415"/>
              <a:gd name="connsiteX10" fmla="*/ 0 w 4449704"/>
              <a:gd name="connsiteY10" fmla="*/ 60115 h 2375415"/>
              <a:gd name="connsiteX0" fmla="*/ 0 w 4449705"/>
              <a:gd name="connsiteY0" fmla="*/ 60115 h 2551042"/>
              <a:gd name="connsiteX1" fmla="*/ 60115 w 4449705"/>
              <a:gd name="connsiteY1" fmla="*/ 0 h 2551042"/>
              <a:gd name="connsiteX2" fmla="*/ 350520 w 4449705"/>
              <a:gd name="connsiteY2" fmla="*/ 0 h 2551042"/>
              <a:gd name="connsiteX3" fmla="*/ 4364565 w 4449705"/>
              <a:gd name="connsiteY3" fmla="*/ 0 h 2551042"/>
              <a:gd name="connsiteX4" fmla="*/ 4424680 w 4449705"/>
              <a:gd name="connsiteY4" fmla="*/ 60115 h 2551042"/>
              <a:gd name="connsiteX5" fmla="*/ 4424680 w 4449705"/>
              <a:gd name="connsiteY5" fmla="*/ 300565 h 2551042"/>
              <a:gd name="connsiteX6" fmla="*/ 4437706 w 4449705"/>
              <a:gd name="connsiteY6" fmla="*/ 2375415 h 2551042"/>
              <a:gd name="connsiteX7" fmla="*/ 330200 w 4449705"/>
              <a:gd name="connsiteY7" fmla="*/ 360680 h 2551042"/>
              <a:gd name="connsiteX8" fmla="*/ 96684 w 4449705"/>
              <a:gd name="connsiteY8" fmla="*/ 2551043 h 2551042"/>
              <a:gd name="connsiteX9" fmla="*/ 0 w 4449705"/>
              <a:gd name="connsiteY9" fmla="*/ 300565 h 2551042"/>
              <a:gd name="connsiteX10" fmla="*/ 0 w 4449705"/>
              <a:gd name="connsiteY10" fmla="*/ 60115 h 2551042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378959 w 4498464"/>
              <a:gd name="connsiteY7" fmla="*/ 360680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549626 w 4498464"/>
              <a:gd name="connsiteY7" fmla="*/ 2515862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513055 w 4498464"/>
              <a:gd name="connsiteY7" fmla="*/ 2410445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633034"/>
              <a:gd name="connsiteX1" fmla="*/ 108874 w 4498464"/>
              <a:gd name="connsiteY1" fmla="*/ 0 h 2633034"/>
              <a:gd name="connsiteX2" fmla="*/ 399279 w 4498464"/>
              <a:gd name="connsiteY2" fmla="*/ 0 h 2633034"/>
              <a:gd name="connsiteX3" fmla="*/ 4413324 w 4498464"/>
              <a:gd name="connsiteY3" fmla="*/ 0 h 2633034"/>
              <a:gd name="connsiteX4" fmla="*/ 4473439 w 4498464"/>
              <a:gd name="connsiteY4" fmla="*/ 60115 h 2633034"/>
              <a:gd name="connsiteX5" fmla="*/ 4473439 w 4498464"/>
              <a:gd name="connsiteY5" fmla="*/ 300565 h 2633034"/>
              <a:gd name="connsiteX6" fmla="*/ 4486465 w 4498464"/>
              <a:gd name="connsiteY6" fmla="*/ 2375415 h 2633034"/>
              <a:gd name="connsiteX7" fmla="*/ 513055 w 4498464"/>
              <a:gd name="connsiteY7" fmla="*/ 2410445 h 2633034"/>
              <a:gd name="connsiteX8" fmla="*/ 255158 w 4498464"/>
              <a:gd name="connsiteY8" fmla="*/ 2633034 h 2633034"/>
              <a:gd name="connsiteX9" fmla="*/ 0 w 4498464"/>
              <a:gd name="connsiteY9" fmla="*/ 2585168 h 2633034"/>
              <a:gd name="connsiteX10" fmla="*/ 48759 w 4498464"/>
              <a:gd name="connsiteY10" fmla="*/ 60115 h 2633034"/>
              <a:gd name="connsiteX0" fmla="*/ 48759 w 4498464"/>
              <a:gd name="connsiteY0" fmla="*/ 60115 h 2775446"/>
              <a:gd name="connsiteX1" fmla="*/ 108874 w 4498464"/>
              <a:gd name="connsiteY1" fmla="*/ 0 h 2775446"/>
              <a:gd name="connsiteX2" fmla="*/ 399279 w 4498464"/>
              <a:gd name="connsiteY2" fmla="*/ 0 h 2775446"/>
              <a:gd name="connsiteX3" fmla="*/ 4413324 w 4498464"/>
              <a:gd name="connsiteY3" fmla="*/ 0 h 2775446"/>
              <a:gd name="connsiteX4" fmla="*/ 4473439 w 4498464"/>
              <a:gd name="connsiteY4" fmla="*/ 60115 h 2775446"/>
              <a:gd name="connsiteX5" fmla="*/ 4473439 w 4498464"/>
              <a:gd name="connsiteY5" fmla="*/ 300565 h 2775446"/>
              <a:gd name="connsiteX6" fmla="*/ 4486465 w 4498464"/>
              <a:gd name="connsiteY6" fmla="*/ 2375415 h 2775446"/>
              <a:gd name="connsiteX7" fmla="*/ 513055 w 4498464"/>
              <a:gd name="connsiteY7" fmla="*/ 2410445 h 2775446"/>
              <a:gd name="connsiteX8" fmla="*/ 255158 w 4498464"/>
              <a:gd name="connsiteY8" fmla="*/ 2633034 h 2775446"/>
              <a:gd name="connsiteX9" fmla="*/ 121892 w 4498464"/>
              <a:gd name="connsiteY9" fmla="*/ 2600113 h 2775446"/>
              <a:gd name="connsiteX10" fmla="*/ 0 w 4498464"/>
              <a:gd name="connsiteY10" fmla="*/ 2585168 h 2775446"/>
              <a:gd name="connsiteX11" fmla="*/ 48759 w 4498464"/>
              <a:gd name="connsiteY11" fmla="*/ 60115 h 2775446"/>
              <a:gd name="connsiteX0" fmla="*/ 48759 w 4498464"/>
              <a:gd name="connsiteY0" fmla="*/ 60115 h 2775446"/>
              <a:gd name="connsiteX1" fmla="*/ 108874 w 4498464"/>
              <a:gd name="connsiteY1" fmla="*/ 0 h 2775446"/>
              <a:gd name="connsiteX2" fmla="*/ 399279 w 4498464"/>
              <a:gd name="connsiteY2" fmla="*/ 0 h 2775446"/>
              <a:gd name="connsiteX3" fmla="*/ 4413324 w 4498464"/>
              <a:gd name="connsiteY3" fmla="*/ 0 h 2775446"/>
              <a:gd name="connsiteX4" fmla="*/ 4473439 w 4498464"/>
              <a:gd name="connsiteY4" fmla="*/ 60115 h 2775446"/>
              <a:gd name="connsiteX5" fmla="*/ 4473439 w 4498464"/>
              <a:gd name="connsiteY5" fmla="*/ 300565 h 2775446"/>
              <a:gd name="connsiteX6" fmla="*/ 4486465 w 4498464"/>
              <a:gd name="connsiteY6" fmla="*/ 2375415 h 2775446"/>
              <a:gd name="connsiteX7" fmla="*/ 513055 w 4498464"/>
              <a:gd name="connsiteY7" fmla="*/ 2410445 h 2775446"/>
              <a:gd name="connsiteX8" fmla="*/ 513598 w 4498464"/>
              <a:gd name="connsiteY8" fmla="*/ 2672763 h 2775446"/>
              <a:gd name="connsiteX9" fmla="*/ 121892 w 4498464"/>
              <a:gd name="connsiteY9" fmla="*/ 2600113 h 2775446"/>
              <a:gd name="connsiteX10" fmla="*/ 0 w 4498464"/>
              <a:gd name="connsiteY10" fmla="*/ 2585168 h 2775446"/>
              <a:gd name="connsiteX11" fmla="*/ 48759 w 4498464"/>
              <a:gd name="connsiteY11" fmla="*/ 60115 h 2775446"/>
              <a:gd name="connsiteX0" fmla="*/ 48759 w 4498464"/>
              <a:gd name="connsiteY0" fmla="*/ 60115 h 2729290"/>
              <a:gd name="connsiteX1" fmla="*/ 108874 w 4498464"/>
              <a:gd name="connsiteY1" fmla="*/ 0 h 2729290"/>
              <a:gd name="connsiteX2" fmla="*/ 399279 w 4498464"/>
              <a:gd name="connsiteY2" fmla="*/ 0 h 2729290"/>
              <a:gd name="connsiteX3" fmla="*/ 4413324 w 4498464"/>
              <a:gd name="connsiteY3" fmla="*/ 0 h 2729290"/>
              <a:gd name="connsiteX4" fmla="*/ 4473439 w 4498464"/>
              <a:gd name="connsiteY4" fmla="*/ 60115 h 2729290"/>
              <a:gd name="connsiteX5" fmla="*/ 4473439 w 4498464"/>
              <a:gd name="connsiteY5" fmla="*/ 300565 h 2729290"/>
              <a:gd name="connsiteX6" fmla="*/ 4486465 w 4498464"/>
              <a:gd name="connsiteY6" fmla="*/ 2375415 h 2729290"/>
              <a:gd name="connsiteX7" fmla="*/ 513055 w 4498464"/>
              <a:gd name="connsiteY7" fmla="*/ 2410445 h 2729290"/>
              <a:gd name="connsiteX8" fmla="*/ 513598 w 4498464"/>
              <a:gd name="connsiteY8" fmla="*/ 2672763 h 2729290"/>
              <a:gd name="connsiteX9" fmla="*/ 307968 w 4498464"/>
              <a:gd name="connsiteY9" fmla="*/ 2371664 h 2729290"/>
              <a:gd name="connsiteX10" fmla="*/ 0 w 4498464"/>
              <a:gd name="connsiteY10" fmla="*/ 2585168 h 2729290"/>
              <a:gd name="connsiteX11" fmla="*/ 48759 w 4498464"/>
              <a:gd name="connsiteY11" fmla="*/ 60115 h 2729290"/>
              <a:gd name="connsiteX0" fmla="*/ 48759 w 4498464"/>
              <a:gd name="connsiteY0" fmla="*/ 60115 h 2674928"/>
              <a:gd name="connsiteX1" fmla="*/ 108874 w 4498464"/>
              <a:gd name="connsiteY1" fmla="*/ 0 h 2674928"/>
              <a:gd name="connsiteX2" fmla="*/ 399279 w 4498464"/>
              <a:gd name="connsiteY2" fmla="*/ 0 h 2674928"/>
              <a:gd name="connsiteX3" fmla="*/ 4413324 w 4498464"/>
              <a:gd name="connsiteY3" fmla="*/ 0 h 2674928"/>
              <a:gd name="connsiteX4" fmla="*/ 4473439 w 4498464"/>
              <a:gd name="connsiteY4" fmla="*/ 60115 h 2674928"/>
              <a:gd name="connsiteX5" fmla="*/ 4473439 w 4498464"/>
              <a:gd name="connsiteY5" fmla="*/ 300565 h 2674928"/>
              <a:gd name="connsiteX6" fmla="*/ 4486465 w 4498464"/>
              <a:gd name="connsiteY6" fmla="*/ 2375415 h 2674928"/>
              <a:gd name="connsiteX7" fmla="*/ 513055 w 4498464"/>
              <a:gd name="connsiteY7" fmla="*/ 2410445 h 2674928"/>
              <a:gd name="connsiteX8" fmla="*/ 513598 w 4498464"/>
              <a:gd name="connsiteY8" fmla="*/ 2672763 h 2674928"/>
              <a:gd name="connsiteX9" fmla="*/ 307968 w 4498464"/>
              <a:gd name="connsiteY9" fmla="*/ 2371664 h 2674928"/>
              <a:gd name="connsiteX10" fmla="*/ 0 w 4498464"/>
              <a:gd name="connsiteY10" fmla="*/ 2585168 h 2674928"/>
              <a:gd name="connsiteX11" fmla="*/ 48759 w 4498464"/>
              <a:gd name="connsiteY11" fmla="*/ 60115 h 2674928"/>
              <a:gd name="connsiteX0" fmla="*/ 48759 w 4498464"/>
              <a:gd name="connsiteY0" fmla="*/ 60115 h 2676064"/>
              <a:gd name="connsiteX1" fmla="*/ 108874 w 4498464"/>
              <a:gd name="connsiteY1" fmla="*/ 0 h 2676064"/>
              <a:gd name="connsiteX2" fmla="*/ 399279 w 4498464"/>
              <a:gd name="connsiteY2" fmla="*/ 0 h 2676064"/>
              <a:gd name="connsiteX3" fmla="*/ 4413324 w 4498464"/>
              <a:gd name="connsiteY3" fmla="*/ 0 h 2676064"/>
              <a:gd name="connsiteX4" fmla="*/ 4473439 w 4498464"/>
              <a:gd name="connsiteY4" fmla="*/ 60115 h 2676064"/>
              <a:gd name="connsiteX5" fmla="*/ 4473439 w 4498464"/>
              <a:gd name="connsiteY5" fmla="*/ 300565 h 2676064"/>
              <a:gd name="connsiteX6" fmla="*/ 4486465 w 4498464"/>
              <a:gd name="connsiteY6" fmla="*/ 2375415 h 2676064"/>
              <a:gd name="connsiteX7" fmla="*/ 513055 w 4498464"/>
              <a:gd name="connsiteY7" fmla="*/ 2410445 h 2676064"/>
              <a:gd name="connsiteX8" fmla="*/ 513598 w 4498464"/>
              <a:gd name="connsiteY8" fmla="*/ 2672763 h 2676064"/>
              <a:gd name="connsiteX9" fmla="*/ 307968 w 4498464"/>
              <a:gd name="connsiteY9" fmla="*/ 2490873 h 2676064"/>
              <a:gd name="connsiteX10" fmla="*/ 0 w 4498464"/>
              <a:gd name="connsiteY10" fmla="*/ 2585168 h 2676064"/>
              <a:gd name="connsiteX11" fmla="*/ 48759 w 4498464"/>
              <a:gd name="connsiteY11" fmla="*/ 60115 h 2676064"/>
              <a:gd name="connsiteX0" fmla="*/ 48759 w 4498464"/>
              <a:gd name="connsiteY0" fmla="*/ 60115 h 2617628"/>
              <a:gd name="connsiteX1" fmla="*/ 108874 w 4498464"/>
              <a:gd name="connsiteY1" fmla="*/ 0 h 2617628"/>
              <a:gd name="connsiteX2" fmla="*/ 399279 w 4498464"/>
              <a:gd name="connsiteY2" fmla="*/ 0 h 2617628"/>
              <a:gd name="connsiteX3" fmla="*/ 4413324 w 4498464"/>
              <a:gd name="connsiteY3" fmla="*/ 0 h 2617628"/>
              <a:gd name="connsiteX4" fmla="*/ 4473439 w 4498464"/>
              <a:gd name="connsiteY4" fmla="*/ 60115 h 2617628"/>
              <a:gd name="connsiteX5" fmla="*/ 4473439 w 4498464"/>
              <a:gd name="connsiteY5" fmla="*/ 300565 h 2617628"/>
              <a:gd name="connsiteX6" fmla="*/ 4486465 w 4498464"/>
              <a:gd name="connsiteY6" fmla="*/ 2375415 h 2617628"/>
              <a:gd name="connsiteX7" fmla="*/ 513055 w 4498464"/>
              <a:gd name="connsiteY7" fmla="*/ 2410445 h 2617628"/>
              <a:gd name="connsiteX8" fmla="*/ 379209 w 4498464"/>
              <a:gd name="connsiteY8" fmla="*/ 2613153 h 2617628"/>
              <a:gd name="connsiteX9" fmla="*/ 307968 w 4498464"/>
              <a:gd name="connsiteY9" fmla="*/ 2490873 h 2617628"/>
              <a:gd name="connsiteX10" fmla="*/ 0 w 4498464"/>
              <a:gd name="connsiteY10" fmla="*/ 2585168 h 2617628"/>
              <a:gd name="connsiteX11" fmla="*/ 48759 w 4498464"/>
              <a:gd name="connsiteY11" fmla="*/ 60115 h 2617628"/>
              <a:gd name="connsiteX0" fmla="*/ 48759 w 4498464"/>
              <a:gd name="connsiteY0" fmla="*/ 60115 h 2627867"/>
              <a:gd name="connsiteX1" fmla="*/ 108874 w 4498464"/>
              <a:gd name="connsiteY1" fmla="*/ 0 h 2627867"/>
              <a:gd name="connsiteX2" fmla="*/ 399279 w 4498464"/>
              <a:gd name="connsiteY2" fmla="*/ 0 h 2627867"/>
              <a:gd name="connsiteX3" fmla="*/ 4413324 w 4498464"/>
              <a:gd name="connsiteY3" fmla="*/ 0 h 2627867"/>
              <a:gd name="connsiteX4" fmla="*/ 4473439 w 4498464"/>
              <a:gd name="connsiteY4" fmla="*/ 60115 h 2627867"/>
              <a:gd name="connsiteX5" fmla="*/ 4473439 w 4498464"/>
              <a:gd name="connsiteY5" fmla="*/ 300565 h 2627867"/>
              <a:gd name="connsiteX6" fmla="*/ 4486465 w 4498464"/>
              <a:gd name="connsiteY6" fmla="*/ 2375415 h 2627867"/>
              <a:gd name="connsiteX7" fmla="*/ 492379 w 4498464"/>
              <a:gd name="connsiteY7" fmla="*/ 2539569 h 2627867"/>
              <a:gd name="connsiteX8" fmla="*/ 379209 w 4498464"/>
              <a:gd name="connsiteY8" fmla="*/ 2613153 h 2627867"/>
              <a:gd name="connsiteX9" fmla="*/ 307968 w 4498464"/>
              <a:gd name="connsiteY9" fmla="*/ 2490873 h 2627867"/>
              <a:gd name="connsiteX10" fmla="*/ 0 w 4498464"/>
              <a:gd name="connsiteY10" fmla="*/ 2585168 h 2627867"/>
              <a:gd name="connsiteX11" fmla="*/ 48759 w 4498464"/>
              <a:gd name="connsiteY11" fmla="*/ 60115 h 2627867"/>
              <a:gd name="connsiteX0" fmla="*/ 48759 w 4508696"/>
              <a:gd name="connsiteY0" fmla="*/ 60115 h 2627866"/>
              <a:gd name="connsiteX1" fmla="*/ 108874 w 4508696"/>
              <a:gd name="connsiteY1" fmla="*/ 0 h 2627866"/>
              <a:gd name="connsiteX2" fmla="*/ 399279 w 4508696"/>
              <a:gd name="connsiteY2" fmla="*/ 0 h 2627866"/>
              <a:gd name="connsiteX3" fmla="*/ 4413324 w 4508696"/>
              <a:gd name="connsiteY3" fmla="*/ 0 h 2627866"/>
              <a:gd name="connsiteX4" fmla="*/ 4473439 w 4508696"/>
              <a:gd name="connsiteY4" fmla="*/ 60115 h 2627866"/>
              <a:gd name="connsiteX5" fmla="*/ 4473439 w 4508696"/>
              <a:gd name="connsiteY5" fmla="*/ 300565 h 2627866"/>
              <a:gd name="connsiteX6" fmla="*/ 4498464 w 4508696"/>
              <a:gd name="connsiteY6" fmla="*/ 2583989 h 2627866"/>
              <a:gd name="connsiteX7" fmla="*/ 492379 w 4508696"/>
              <a:gd name="connsiteY7" fmla="*/ 2539569 h 2627866"/>
              <a:gd name="connsiteX8" fmla="*/ 379209 w 4508696"/>
              <a:gd name="connsiteY8" fmla="*/ 2613153 h 2627866"/>
              <a:gd name="connsiteX9" fmla="*/ 307968 w 4508696"/>
              <a:gd name="connsiteY9" fmla="*/ 2490873 h 2627866"/>
              <a:gd name="connsiteX10" fmla="*/ 0 w 4508696"/>
              <a:gd name="connsiteY10" fmla="*/ 2585168 h 2627866"/>
              <a:gd name="connsiteX11" fmla="*/ 48759 w 4508696"/>
              <a:gd name="connsiteY11" fmla="*/ 60115 h 2627866"/>
              <a:gd name="connsiteX0" fmla="*/ 28081 w 4488017"/>
              <a:gd name="connsiteY0" fmla="*/ 60115 h 2627866"/>
              <a:gd name="connsiteX1" fmla="*/ 88196 w 4488017"/>
              <a:gd name="connsiteY1" fmla="*/ 0 h 2627866"/>
              <a:gd name="connsiteX2" fmla="*/ 378601 w 4488017"/>
              <a:gd name="connsiteY2" fmla="*/ 0 h 2627866"/>
              <a:gd name="connsiteX3" fmla="*/ 4392646 w 4488017"/>
              <a:gd name="connsiteY3" fmla="*/ 0 h 2627866"/>
              <a:gd name="connsiteX4" fmla="*/ 4452761 w 4488017"/>
              <a:gd name="connsiteY4" fmla="*/ 60115 h 2627866"/>
              <a:gd name="connsiteX5" fmla="*/ 4452761 w 4488017"/>
              <a:gd name="connsiteY5" fmla="*/ 300565 h 2627866"/>
              <a:gd name="connsiteX6" fmla="*/ 4477786 w 4488017"/>
              <a:gd name="connsiteY6" fmla="*/ 2583989 h 2627866"/>
              <a:gd name="connsiteX7" fmla="*/ 471701 w 4488017"/>
              <a:gd name="connsiteY7" fmla="*/ 2539569 h 2627866"/>
              <a:gd name="connsiteX8" fmla="*/ 358531 w 4488017"/>
              <a:gd name="connsiteY8" fmla="*/ 2613153 h 2627866"/>
              <a:gd name="connsiteX9" fmla="*/ 287290 w 4488017"/>
              <a:gd name="connsiteY9" fmla="*/ 2490873 h 2627866"/>
              <a:gd name="connsiteX10" fmla="*/ 0 w 4488017"/>
              <a:gd name="connsiteY10" fmla="*/ 2545439 h 2627866"/>
              <a:gd name="connsiteX11" fmla="*/ 28081 w 4488017"/>
              <a:gd name="connsiteY11" fmla="*/ 60115 h 262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88017" h="2627866">
                <a:moveTo>
                  <a:pt x="28081" y="60115"/>
                </a:moveTo>
                <a:cubicBezTo>
                  <a:pt x="28081" y="26914"/>
                  <a:pt x="54995" y="0"/>
                  <a:pt x="88196" y="0"/>
                </a:cubicBezTo>
                <a:cubicBezTo>
                  <a:pt x="184998" y="0"/>
                  <a:pt x="236079" y="121920"/>
                  <a:pt x="378601" y="0"/>
                </a:cubicBezTo>
                <a:lnTo>
                  <a:pt x="4392646" y="0"/>
                </a:lnTo>
                <a:cubicBezTo>
                  <a:pt x="4425847" y="0"/>
                  <a:pt x="4452761" y="26914"/>
                  <a:pt x="4452761" y="60115"/>
                </a:cubicBezTo>
                <a:lnTo>
                  <a:pt x="4452761" y="300565"/>
                </a:lnTo>
                <a:cubicBezTo>
                  <a:pt x="4452761" y="333766"/>
                  <a:pt x="4510987" y="2583989"/>
                  <a:pt x="4477786" y="2583989"/>
                </a:cubicBezTo>
                <a:lnTo>
                  <a:pt x="471701" y="2539569"/>
                </a:lnTo>
                <a:cubicBezTo>
                  <a:pt x="280073" y="2676729"/>
                  <a:pt x="448559" y="2613153"/>
                  <a:pt x="358531" y="2613153"/>
                </a:cubicBezTo>
                <a:cubicBezTo>
                  <a:pt x="293337" y="2644764"/>
                  <a:pt x="329816" y="2498851"/>
                  <a:pt x="287290" y="2490873"/>
                </a:cubicBezTo>
                <a:cubicBezTo>
                  <a:pt x="244764" y="2482895"/>
                  <a:pt x="332653" y="2531672"/>
                  <a:pt x="0" y="2545439"/>
                </a:cubicBezTo>
                <a:lnTo>
                  <a:pt x="28081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iMi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物流模組</a:t>
            </a:r>
            <a:r>
              <a:rPr lang="en-US" altLang="zh-TW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UNO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初始化</a:t>
            </a:r>
            <a:endParaRPr lang="en-US" altLang="zh-TW" sz="1200" kern="100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CNC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腳位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UART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通訊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撿貨伺服馬達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6406896" y="462534"/>
            <a:ext cx="1888939" cy="1696974"/>
          </a:xfrm>
          <a:custGeom>
            <a:avLst/>
            <a:gdLst>
              <a:gd name="connsiteX0" fmla="*/ 159400 w 1888939"/>
              <a:gd name="connsiteY0" fmla="*/ 1691010 h 1696974"/>
              <a:gd name="connsiteX1" fmla="*/ 162989 w 1888939"/>
              <a:gd name="connsiteY1" fmla="*/ 1692504 h 1696974"/>
              <a:gd name="connsiteX2" fmla="*/ 158011 w 1888939"/>
              <a:gd name="connsiteY2" fmla="*/ 1693914 h 1696974"/>
              <a:gd name="connsiteX3" fmla="*/ 37121 w 1888939"/>
              <a:gd name="connsiteY3" fmla="*/ 0 h 1696974"/>
              <a:gd name="connsiteX4" fmla="*/ 159350 w 1888939"/>
              <a:gd name="connsiteY4" fmla="*/ 0 h 1696974"/>
              <a:gd name="connsiteX5" fmla="*/ 1848828 w 1888939"/>
              <a:gd name="connsiteY5" fmla="*/ 0 h 1696974"/>
              <a:gd name="connsiteX6" fmla="*/ 1874130 w 1888939"/>
              <a:gd name="connsiteY6" fmla="*/ 38820 h 1696974"/>
              <a:gd name="connsiteX7" fmla="*/ 1874130 w 1888939"/>
              <a:gd name="connsiteY7" fmla="*/ 194093 h 1696974"/>
              <a:gd name="connsiteX8" fmla="*/ 1875156 w 1888939"/>
              <a:gd name="connsiteY8" fmla="*/ 263608 h 1696974"/>
              <a:gd name="connsiteX9" fmla="*/ 1875535 w 1888939"/>
              <a:gd name="connsiteY9" fmla="*/ 288290 h 1696974"/>
              <a:gd name="connsiteX10" fmla="*/ 1109120 w 1888939"/>
              <a:gd name="connsiteY10" fmla="*/ 288290 h 1696974"/>
              <a:gd name="connsiteX11" fmla="*/ 972720 w 1888939"/>
              <a:gd name="connsiteY11" fmla="*/ 288290 h 1696974"/>
              <a:gd name="connsiteX12" fmla="*/ 944484 w 1888939"/>
              <a:gd name="connsiteY12" fmla="*/ 330950 h 1696974"/>
              <a:gd name="connsiteX13" fmla="*/ 944484 w 1888939"/>
              <a:gd name="connsiteY13" fmla="*/ 501583 h 1696974"/>
              <a:gd name="connsiteX14" fmla="*/ 972720 w 1888939"/>
              <a:gd name="connsiteY14" fmla="*/ 544243 h 1696974"/>
              <a:gd name="connsiteX15" fmla="*/ 1099576 w 1888939"/>
              <a:gd name="connsiteY15" fmla="*/ 544243 h 1696974"/>
              <a:gd name="connsiteX16" fmla="*/ 1879368 w 1888939"/>
              <a:gd name="connsiteY16" fmla="*/ 544243 h 1696974"/>
              <a:gd name="connsiteX17" fmla="*/ 1879388 w 1888939"/>
              <a:gd name="connsiteY17" fmla="*/ 545591 h 1696974"/>
              <a:gd name="connsiteX18" fmla="*/ 1880265 w 1888939"/>
              <a:gd name="connsiteY18" fmla="*/ 608245 h 1696974"/>
              <a:gd name="connsiteX19" fmla="*/ 1109120 w 1888939"/>
              <a:gd name="connsiteY19" fmla="*/ 608245 h 1696974"/>
              <a:gd name="connsiteX20" fmla="*/ 972720 w 1888939"/>
              <a:gd name="connsiteY20" fmla="*/ 608245 h 1696974"/>
              <a:gd name="connsiteX21" fmla="*/ 944484 w 1888939"/>
              <a:gd name="connsiteY21" fmla="*/ 650905 h 1696974"/>
              <a:gd name="connsiteX22" fmla="*/ 944484 w 1888939"/>
              <a:gd name="connsiteY22" fmla="*/ 821538 h 1696974"/>
              <a:gd name="connsiteX23" fmla="*/ 972720 w 1888939"/>
              <a:gd name="connsiteY23" fmla="*/ 864198 h 1696974"/>
              <a:gd name="connsiteX24" fmla="*/ 1099576 w 1888939"/>
              <a:gd name="connsiteY24" fmla="*/ 864198 h 1696974"/>
              <a:gd name="connsiteX25" fmla="*/ 1883693 w 1888939"/>
              <a:gd name="connsiteY25" fmla="*/ 864198 h 1696974"/>
              <a:gd name="connsiteX26" fmla="*/ 1884221 w 1888939"/>
              <a:gd name="connsiteY26" fmla="*/ 905101 h 1696974"/>
              <a:gd name="connsiteX27" fmla="*/ 1884490 w 1888939"/>
              <a:gd name="connsiteY27" fmla="*/ 928200 h 1696974"/>
              <a:gd name="connsiteX28" fmla="*/ 1109120 w 1888939"/>
              <a:gd name="connsiteY28" fmla="*/ 928200 h 1696974"/>
              <a:gd name="connsiteX29" fmla="*/ 972720 w 1888939"/>
              <a:gd name="connsiteY29" fmla="*/ 928200 h 1696974"/>
              <a:gd name="connsiteX30" fmla="*/ 944484 w 1888939"/>
              <a:gd name="connsiteY30" fmla="*/ 970860 h 1696974"/>
              <a:gd name="connsiteX31" fmla="*/ 944484 w 1888939"/>
              <a:gd name="connsiteY31" fmla="*/ 1141493 h 1696974"/>
              <a:gd name="connsiteX32" fmla="*/ 972720 w 1888939"/>
              <a:gd name="connsiteY32" fmla="*/ 1184153 h 1696974"/>
              <a:gd name="connsiteX33" fmla="*/ 1099576 w 1888939"/>
              <a:gd name="connsiteY33" fmla="*/ 1184153 h 1696974"/>
              <a:gd name="connsiteX34" fmla="*/ 1887258 w 1888939"/>
              <a:gd name="connsiteY34" fmla="*/ 1184153 h 1696974"/>
              <a:gd name="connsiteX35" fmla="*/ 1887774 w 1888939"/>
              <a:gd name="connsiteY35" fmla="*/ 1248156 h 1696974"/>
              <a:gd name="connsiteX36" fmla="*/ 1109120 w 1888939"/>
              <a:gd name="connsiteY36" fmla="*/ 1248156 h 1696974"/>
              <a:gd name="connsiteX37" fmla="*/ 972720 w 1888939"/>
              <a:gd name="connsiteY37" fmla="*/ 1248156 h 1696974"/>
              <a:gd name="connsiteX38" fmla="*/ 944484 w 1888939"/>
              <a:gd name="connsiteY38" fmla="*/ 1290816 h 1696974"/>
              <a:gd name="connsiteX39" fmla="*/ 944484 w 1888939"/>
              <a:gd name="connsiteY39" fmla="*/ 1461449 h 1696974"/>
              <a:gd name="connsiteX40" fmla="*/ 972720 w 1888939"/>
              <a:gd name="connsiteY40" fmla="*/ 1504109 h 1696974"/>
              <a:gd name="connsiteX41" fmla="*/ 1099576 w 1888939"/>
              <a:gd name="connsiteY41" fmla="*/ 1504109 h 1696974"/>
              <a:gd name="connsiteX42" fmla="*/ 1888939 w 1888939"/>
              <a:gd name="connsiteY42" fmla="*/ 1504109 h 1696974"/>
              <a:gd name="connsiteX43" fmla="*/ 1888938 w 1888939"/>
              <a:gd name="connsiteY43" fmla="*/ 1515361 h 1696974"/>
              <a:gd name="connsiteX44" fmla="*/ 1884663 w 1888939"/>
              <a:gd name="connsiteY44" fmla="*/ 1668640 h 1696974"/>
              <a:gd name="connsiteX45" fmla="*/ 198535 w 1888939"/>
              <a:gd name="connsiteY45" fmla="*/ 1639955 h 1696974"/>
              <a:gd name="connsiteX46" fmla="*/ 162395 w 1888939"/>
              <a:gd name="connsiteY46" fmla="*/ 1684747 h 1696974"/>
              <a:gd name="connsiteX47" fmla="*/ 159400 w 1888939"/>
              <a:gd name="connsiteY47" fmla="*/ 1691010 h 1696974"/>
              <a:gd name="connsiteX48" fmla="*/ 150903 w 1888939"/>
              <a:gd name="connsiteY48" fmla="*/ 1687473 h 1696974"/>
              <a:gd name="connsiteX49" fmla="*/ 120918 w 1888939"/>
              <a:gd name="connsiteY49" fmla="*/ 1608509 h 1696974"/>
              <a:gd name="connsiteX50" fmla="*/ 0 w 1888939"/>
              <a:gd name="connsiteY50" fmla="*/ 1643746 h 1696974"/>
              <a:gd name="connsiteX51" fmla="*/ 11819 w 1888939"/>
              <a:gd name="connsiteY51" fmla="*/ 38820 h 1696974"/>
              <a:gd name="connsiteX52" fmla="*/ 37121 w 1888939"/>
              <a:gd name="connsiteY52" fmla="*/ 0 h 169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888939" h="1696974">
                <a:moveTo>
                  <a:pt x="159400" y="1691010"/>
                </a:moveTo>
                <a:lnTo>
                  <a:pt x="162989" y="1692504"/>
                </a:lnTo>
                <a:cubicBezTo>
                  <a:pt x="162900" y="1696201"/>
                  <a:pt x="156664" y="1699672"/>
                  <a:pt x="158011" y="1693914"/>
                </a:cubicBezTo>
                <a:close/>
                <a:moveTo>
                  <a:pt x="37121" y="0"/>
                </a:moveTo>
                <a:cubicBezTo>
                  <a:pt x="77864" y="0"/>
                  <a:pt x="99364" y="78731"/>
                  <a:pt x="159350" y="0"/>
                </a:cubicBezTo>
                <a:lnTo>
                  <a:pt x="1848828" y="0"/>
                </a:lnTo>
                <a:cubicBezTo>
                  <a:pt x="1862802" y="0"/>
                  <a:pt x="1874130" y="17380"/>
                  <a:pt x="1874130" y="38820"/>
                </a:cubicBezTo>
                <a:lnTo>
                  <a:pt x="1874130" y="194093"/>
                </a:lnTo>
                <a:cubicBezTo>
                  <a:pt x="1874130" y="196773"/>
                  <a:pt x="1874513" y="221823"/>
                  <a:pt x="1875156" y="263608"/>
                </a:cubicBezTo>
                <a:lnTo>
                  <a:pt x="1875535" y="288290"/>
                </a:lnTo>
                <a:lnTo>
                  <a:pt x="1109120" y="288290"/>
                </a:lnTo>
                <a:cubicBezTo>
                  <a:pt x="1042179" y="374809"/>
                  <a:pt x="1018186" y="288290"/>
                  <a:pt x="972720" y="288290"/>
                </a:cubicBezTo>
                <a:cubicBezTo>
                  <a:pt x="957125" y="288290"/>
                  <a:pt x="944484" y="307389"/>
                  <a:pt x="944484" y="330950"/>
                </a:cubicBezTo>
                <a:lnTo>
                  <a:pt x="944484" y="501583"/>
                </a:lnTo>
                <a:cubicBezTo>
                  <a:pt x="944484" y="525143"/>
                  <a:pt x="957125" y="544243"/>
                  <a:pt x="972720" y="544243"/>
                </a:cubicBezTo>
                <a:cubicBezTo>
                  <a:pt x="1015005" y="544243"/>
                  <a:pt x="1009570" y="641577"/>
                  <a:pt x="1099576" y="544243"/>
                </a:cubicBezTo>
                <a:lnTo>
                  <a:pt x="1879368" y="544243"/>
                </a:lnTo>
                <a:lnTo>
                  <a:pt x="1879388" y="545591"/>
                </a:lnTo>
                <a:lnTo>
                  <a:pt x="1880265" y="608245"/>
                </a:lnTo>
                <a:lnTo>
                  <a:pt x="1109120" y="608245"/>
                </a:lnTo>
                <a:cubicBezTo>
                  <a:pt x="1042179" y="694764"/>
                  <a:pt x="1018186" y="608245"/>
                  <a:pt x="972720" y="608245"/>
                </a:cubicBezTo>
                <a:cubicBezTo>
                  <a:pt x="957125" y="608245"/>
                  <a:pt x="944484" y="627344"/>
                  <a:pt x="944484" y="650905"/>
                </a:cubicBezTo>
                <a:lnTo>
                  <a:pt x="944484" y="821538"/>
                </a:lnTo>
                <a:cubicBezTo>
                  <a:pt x="944484" y="845098"/>
                  <a:pt x="957125" y="864198"/>
                  <a:pt x="972720" y="864198"/>
                </a:cubicBezTo>
                <a:cubicBezTo>
                  <a:pt x="1015005" y="864198"/>
                  <a:pt x="1009570" y="961532"/>
                  <a:pt x="1099576" y="864198"/>
                </a:cubicBezTo>
                <a:lnTo>
                  <a:pt x="1883693" y="864198"/>
                </a:lnTo>
                <a:lnTo>
                  <a:pt x="1884221" y="905101"/>
                </a:lnTo>
                <a:lnTo>
                  <a:pt x="1884490" y="928200"/>
                </a:lnTo>
                <a:lnTo>
                  <a:pt x="1109120" y="928200"/>
                </a:lnTo>
                <a:cubicBezTo>
                  <a:pt x="1042179" y="1014719"/>
                  <a:pt x="1018186" y="928200"/>
                  <a:pt x="972720" y="928200"/>
                </a:cubicBezTo>
                <a:cubicBezTo>
                  <a:pt x="957125" y="928200"/>
                  <a:pt x="944484" y="947299"/>
                  <a:pt x="944484" y="970860"/>
                </a:cubicBezTo>
                <a:lnTo>
                  <a:pt x="944484" y="1141493"/>
                </a:lnTo>
                <a:cubicBezTo>
                  <a:pt x="944484" y="1165053"/>
                  <a:pt x="957125" y="1184153"/>
                  <a:pt x="972720" y="1184153"/>
                </a:cubicBezTo>
                <a:cubicBezTo>
                  <a:pt x="1015005" y="1184153"/>
                  <a:pt x="1009570" y="1281487"/>
                  <a:pt x="1099576" y="1184153"/>
                </a:cubicBezTo>
                <a:lnTo>
                  <a:pt x="1887258" y="1184153"/>
                </a:lnTo>
                <a:lnTo>
                  <a:pt x="1887774" y="1248156"/>
                </a:lnTo>
                <a:lnTo>
                  <a:pt x="1109120" y="1248156"/>
                </a:lnTo>
                <a:cubicBezTo>
                  <a:pt x="1042179" y="1334675"/>
                  <a:pt x="1018186" y="1248156"/>
                  <a:pt x="972720" y="1248156"/>
                </a:cubicBezTo>
                <a:cubicBezTo>
                  <a:pt x="957125" y="1248156"/>
                  <a:pt x="944484" y="1267255"/>
                  <a:pt x="944484" y="1290816"/>
                </a:cubicBezTo>
                <a:lnTo>
                  <a:pt x="944484" y="1461449"/>
                </a:lnTo>
                <a:cubicBezTo>
                  <a:pt x="944484" y="1485009"/>
                  <a:pt x="957125" y="1504109"/>
                  <a:pt x="972720" y="1504109"/>
                </a:cubicBezTo>
                <a:cubicBezTo>
                  <a:pt x="1015005" y="1504109"/>
                  <a:pt x="1009570" y="1601443"/>
                  <a:pt x="1099576" y="1504109"/>
                </a:cubicBezTo>
                <a:lnTo>
                  <a:pt x="1888939" y="1504109"/>
                </a:lnTo>
                <a:lnTo>
                  <a:pt x="1888938" y="1515361"/>
                </a:lnTo>
                <a:cubicBezTo>
                  <a:pt x="1888731" y="1609690"/>
                  <a:pt x="1887478" y="1668640"/>
                  <a:pt x="1884663" y="1668640"/>
                </a:cubicBezTo>
                <a:lnTo>
                  <a:pt x="198535" y="1639955"/>
                </a:lnTo>
                <a:cubicBezTo>
                  <a:pt x="178372" y="1662099"/>
                  <a:pt x="167681" y="1676140"/>
                  <a:pt x="162395" y="1684747"/>
                </a:cubicBezTo>
                <a:lnTo>
                  <a:pt x="159400" y="1691010"/>
                </a:lnTo>
                <a:lnTo>
                  <a:pt x="150903" y="1687473"/>
                </a:lnTo>
                <a:cubicBezTo>
                  <a:pt x="123463" y="1707886"/>
                  <a:pt x="138817" y="1613661"/>
                  <a:pt x="120918" y="1608509"/>
                </a:cubicBezTo>
                <a:cubicBezTo>
                  <a:pt x="103019" y="1603358"/>
                  <a:pt x="140011" y="1634856"/>
                  <a:pt x="0" y="1643746"/>
                </a:cubicBezTo>
                <a:lnTo>
                  <a:pt x="11819" y="38820"/>
                </a:lnTo>
                <a:cubicBezTo>
                  <a:pt x="11819" y="17380"/>
                  <a:pt x="23147" y="0"/>
                  <a:pt x="3712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iMi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物流模組</a:t>
            </a: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初始化</a:t>
            </a:r>
            <a:endParaRPr lang="en-US" altLang="zh-TW" sz="1200" kern="100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WiFi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設定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MQTT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設定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UART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通訊</a:t>
            </a:r>
            <a:endParaRPr lang="en-US" altLang="zh-TW" sz="1100" dirty="0">
              <a:solidFill>
                <a:srgbClr val="FFFFFF"/>
              </a:solidFill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>
                <a:latin typeface="新細明體" panose="02020500000000000000" pitchFamily="18" charset="-120"/>
                <a:cs typeface="新細明體" panose="02020500000000000000" pitchFamily="18" charset="-120"/>
              </a:rPr>
              <a:t>Google</a:t>
            </a:r>
            <a:r>
              <a:rPr lang="zh-TW" altLang="en-US" sz="1100" dirty="0">
                <a:latin typeface="新細明體" panose="02020500000000000000" pitchFamily="18" charset="-120"/>
                <a:cs typeface="新細明體" panose="02020500000000000000" pitchFamily="18" charset="-120"/>
              </a:rPr>
              <a:t>試算表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51" name="手繪多邊形: 圖案 50">
            <a:extLst>
              <a:ext uri="{FF2B5EF4-FFF2-40B4-BE49-F238E27FC236}">
                <a16:creationId xmlns:a16="http://schemas.microsoft.com/office/drawing/2014/main" id="{9531CC4A-15BD-4F34-9B5D-92773EB9975B}"/>
              </a:ext>
            </a:extLst>
          </p:cNvPr>
          <p:cNvSpPr/>
          <p:nvPr/>
        </p:nvSpPr>
        <p:spPr>
          <a:xfrm>
            <a:off x="2633091" y="1950592"/>
            <a:ext cx="2454312" cy="1326007"/>
          </a:xfrm>
          <a:custGeom>
            <a:avLst/>
            <a:gdLst>
              <a:gd name="connsiteX0" fmla="*/ 208364 w 2454312"/>
              <a:gd name="connsiteY0" fmla="*/ 1321660 h 1326007"/>
              <a:gd name="connsiteX1" fmla="*/ 211775 w 2454312"/>
              <a:gd name="connsiteY1" fmla="*/ 1322514 h 1326007"/>
              <a:gd name="connsiteX2" fmla="*/ 206180 w 2454312"/>
              <a:gd name="connsiteY2" fmla="*/ 1325972 h 1326007"/>
              <a:gd name="connsiteX3" fmla="*/ 48232 w 2454312"/>
              <a:gd name="connsiteY3" fmla="*/ 0 h 1326007"/>
              <a:gd name="connsiteX4" fmla="*/ 207047 w 2454312"/>
              <a:gd name="connsiteY4" fmla="*/ 0 h 1326007"/>
              <a:gd name="connsiteX5" fmla="*/ 2402217 w 2454312"/>
              <a:gd name="connsiteY5" fmla="*/ 0 h 1326007"/>
              <a:gd name="connsiteX6" fmla="*/ 2435093 w 2454312"/>
              <a:gd name="connsiteY6" fmla="*/ 30334 h 1326007"/>
              <a:gd name="connsiteX7" fmla="*/ 2435093 w 2454312"/>
              <a:gd name="connsiteY7" fmla="*/ 151664 h 1326007"/>
              <a:gd name="connsiteX8" fmla="*/ 2437912 w 2454312"/>
              <a:gd name="connsiteY8" fmla="*/ 264216 h 1326007"/>
              <a:gd name="connsiteX9" fmla="*/ 2439075 w 2454312"/>
              <a:gd name="connsiteY9" fmla="*/ 310516 h 1326007"/>
              <a:gd name="connsiteX10" fmla="*/ 1036745 w 2454312"/>
              <a:gd name="connsiteY10" fmla="*/ 310516 h 1326007"/>
              <a:gd name="connsiteX11" fmla="*/ 900345 w 2454312"/>
              <a:gd name="connsiteY11" fmla="*/ 310516 h 1326007"/>
              <a:gd name="connsiteX12" fmla="*/ 872109 w 2454312"/>
              <a:gd name="connsiteY12" fmla="*/ 353176 h 1326007"/>
              <a:gd name="connsiteX13" fmla="*/ 872109 w 2454312"/>
              <a:gd name="connsiteY13" fmla="*/ 523809 h 1326007"/>
              <a:gd name="connsiteX14" fmla="*/ 900345 w 2454312"/>
              <a:gd name="connsiteY14" fmla="*/ 566469 h 1326007"/>
              <a:gd name="connsiteX15" fmla="*/ 1027201 w 2454312"/>
              <a:gd name="connsiteY15" fmla="*/ 566469 h 1326007"/>
              <a:gd name="connsiteX16" fmla="*/ 2445134 w 2454312"/>
              <a:gd name="connsiteY16" fmla="*/ 566469 h 1326007"/>
              <a:gd name="connsiteX17" fmla="*/ 2446187 w 2454312"/>
              <a:gd name="connsiteY17" fmla="*/ 615316 h 1326007"/>
              <a:gd name="connsiteX18" fmla="*/ 1036745 w 2454312"/>
              <a:gd name="connsiteY18" fmla="*/ 615316 h 1326007"/>
              <a:gd name="connsiteX19" fmla="*/ 900345 w 2454312"/>
              <a:gd name="connsiteY19" fmla="*/ 615316 h 1326007"/>
              <a:gd name="connsiteX20" fmla="*/ 872109 w 2454312"/>
              <a:gd name="connsiteY20" fmla="*/ 657976 h 1326007"/>
              <a:gd name="connsiteX21" fmla="*/ 872109 w 2454312"/>
              <a:gd name="connsiteY21" fmla="*/ 828609 h 1326007"/>
              <a:gd name="connsiteX22" fmla="*/ 900345 w 2454312"/>
              <a:gd name="connsiteY22" fmla="*/ 871269 h 1326007"/>
              <a:gd name="connsiteX23" fmla="*/ 1027201 w 2454312"/>
              <a:gd name="connsiteY23" fmla="*/ 871269 h 1326007"/>
              <a:gd name="connsiteX24" fmla="*/ 2451155 w 2454312"/>
              <a:gd name="connsiteY24" fmla="*/ 871269 h 1326007"/>
              <a:gd name="connsiteX25" fmla="*/ 2451915 w 2454312"/>
              <a:gd name="connsiteY25" fmla="*/ 914528 h 1326007"/>
              <a:gd name="connsiteX26" fmla="*/ 1036745 w 2454312"/>
              <a:gd name="connsiteY26" fmla="*/ 914528 h 1326007"/>
              <a:gd name="connsiteX27" fmla="*/ 900345 w 2454312"/>
              <a:gd name="connsiteY27" fmla="*/ 914528 h 1326007"/>
              <a:gd name="connsiteX28" fmla="*/ 872109 w 2454312"/>
              <a:gd name="connsiteY28" fmla="*/ 957188 h 1326007"/>
              <a:gd name="connsiteX29" fmla="*/ 872109 w 2454312"/>
              <a:gd name="connsiteY29" fmla="*/ 1127821 h 1326007"/>
              <a:gd name="connsiteX30" fmla="*/ 900345 w 2454312"/>
              <a:gd name="connsiteY30" fmla="*/ 1170481 h 1326007"/>
              <a:gd name="connsiteX31" fmla="*/ 1027201 w 2454312"/>
              <a:gd name="connsiteY31" fmla="*/ 1170481 h 1326007"/>
              <a:gd name="connsiteX32" fmla="*/ 2454312 w 2454312"/>
              <a:gd name="connsiteY32" fmla="*/ 1170481 h 1326007"/>
              <a:gd name="connsiteX33" fmla="*/ 2454258 w 2454312"/>
              <a:gd name="connsiteY33" fmla="*/ 1198971 h 1326007"/>
              <a:gd name="connsiteX34" fmla="*/ 2448778 w 2454312"/>
              <a:gd name="connsiteY34" fmla="*/ 1303867 h 1326007"/>
              <a:gd name="connsiteX35" fmla="*/ 257960 w 2454312"/>
              <a:gd name="connsiteY35" fmla="*/ 1281453 h 1326007"/>
              <a:gd name="connsiteX36" fmla="*/ 211003 w 2454312"/>
              <a:gd name="connsiteY36" fmla="*/ 1316453 h 1326007"/>
              <a:gd name="connsiteX37" fmla="*/ 208364 w 2454312"/>
              <a:gd name="connsiteY37" fmla="*/ 1321660 h 1326007"/>
              <a:gd name="connsiteX38" fmla="*/ 196071 w 2454312"/>
              <a:gd name="connsiteY38" fmla="*/ 1318583 h 1326007"/>
              <a:gd name="connsiteX39" fmla="*/ 157111 w 2454312"/>
              <a:gd name="connsiteY39" fmla="*/ 1256881 h 1326007"/>
              <a:gd name="connsiteX40" fmla="*/ 0 w 2454312"/>
              <a:gd name="connsiteY40" fmla="*/ 1284415 h 1326007"/>
              <a:gd name="connsiteX41" fmla="*/ 15357 w 2454312"/>
              <a:gd name="connsiteY41" fmla="*/ 30334 h 1326007"/>
              <a:gd name="connsiteX42" fmla="*/ 48232 w 2454312"/>
              <a:gd name="connsiteY42" fmla="*/ 0 h 132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454312" h="1326007">
                <a:moveTo>
                  <a:pt x="208364" y="1321660"/>
                </a:moveTo>
                <a:lnTo>
                  <a:pt x="211775" y="1322514"/>
                </a:lnTo>
                <a:cubicBezTo>
                  <a:pt x="211697" y="1324440"/>
                  <a:pt x="208070" y="1326287"/>
                  <a:pt x="206180" y="1325972"/>
                </a:cubicBezTo>
                <a:close/>
                <a:moveTo>
                  <a:pt x="48232" y="0"/>
                </a:moveTo>
                <a:cubicBezTo>
                  <a:pt x="101170" y="0"/>
                  <a:pt x="129105" y="61520"/>
                  <a:pt x="207047" y="0"/>
                </a:cubicBezTo>
                <a:lnTo>
                  <a:pt x="2402217" y="0"/>
                </a:lnTo>
                <a:cubicBezTo>
                  <a:pt x="2420374" y="0"/>
                  <a:pt x="2435093" y="13581"/>
                  <a:pt x="2435093" y="30334"/>
                </a:cubicBezTo>
                <a:lnTo>
                  <a:pt x="2435093" y="151664"/>
                </a:lnTo>
                <a:cubicBezTo>
                  <a:pt x="2435093" y="154805"/>
                  <a:pt x="2436212" y="197275"/>
                  <a:pt x="2437912" y="264216"/>
                </a:cubicBezTo>
                <a:lnTo>
                  <a:pt x="2439075" y="310516"/>
                </a:lnTo>
                <a:lnTo>
                  <a:pt x="1036745" y="310516"/>
                </a:lnTo>
                <a:cubicBezTo>
                  <a:pt x="969804" y="397035"/>
                  <a:pt x="945811" y="310516"/>
                  <a:pt x="900345" y="310516"/>
                </a:cubicBezTo>
                <a:cubicBezTo>
                  <a:pt x="884750" y="310516"/>
                  <a:pt x="872109" y="329615"/>
                  <a:pt x="872109" y="353176"/>
                </a:cubicBezTo>
                <a:lnTo>
                  <a:pt x="872109" y="523809"/>
                </a:lnTo>
                <a:cubicBezTo>
                  <a:pt x="872109" y="547369"/>
                  <a:pt x="884750" y="566469"/>
                  <a:pt x="900345" y="566469"/>
                </a:cubicBezTo>
                <a:cubicBezTo>
                  <a:pt x="942630" y="566469"/>
                  <a:pt x="937195" y="663803"/>
                  <a:pt x="1027201" y="566469"/>
                </a:cubicBezTo>
                <a:lnTo>
                  <a:pt x="2445134" y="566469"/>
                </a:lnTo>
                <a:lnTo>
                  <a:pt x="2446187" y="615316"/>
                </a:lnTo>
                <a:lnTo>
                  <a:pt x="1036745" y="615316"/>
                </a:lnTo>
                <a:cubicBezTo>
                  <a:pt x="969804" y="701835"/>
                  <a:pt x="945811" y="615316"/>
                  <a:pt x="900345" y="615316"/>
                </a:cubicBezTo>
                <a:cubicBezTo>
                  <a:pt x="884750" y="615316"/>
                  <a:pt x="872109" y="634415"/>
                  <a:pt x="872109" y="657976"/>
                </a:cubicBezTo>
                <a:lnTo>
                  <a:pt x="872109" y="828609"/>
                </a:lnTo>
                <a:cubicBezTo>
                  <a:pt x="872109" y="852169"/>
                  <a:pt x="884750" y="871269"/>
                  <a:pt x="900345" y="871269"/>
                </a:cubicBezTo>
                <a:cubicBezTo>
                  <a:pt x="942630" y="871269"/>
                  <a:pt x="937195" y="968603"/>
                  <a:pt x="1027201" y="871269"/>
                </a:cubicBezTo>
                <a:lnTo>
                  <a:pt x="2451155" y="871269"/>
                </a:lnTo>
                <a:lnTo>
                  <a:pt x="2451915" y="914528"/>
                </a:lnTo>
                <a:lnTo>
                  <a:pt x="1036745" y="914528"/>
                </a:lnTo>
                <a:cubicBezTo>
                  <a:pt x="969804" y="1001047"/>
                  <a:pt x="945811" y="914528"/>
                  <a:pt x="900345" y="914528"/>
                </a:cubicBezTo>
                <a:cubicBezTo>
                  <a:pt x="884750" y="914528"/>
                  <a:pt x="872109" y="933627"/>
                  <a:pt x="872109" y="957188"/>
                </a:cubicBezTo>
                <a:lnTo>
                  <a:pt x="872109" y="1127821"/>
                </a:lnTo>
                <a:cubicBezTo>
                  <a:pt x="872109" y="1151381"/>
                  <a:pt x="884750" y="1170481"/>
                  <a:pt x="900345" y="1170481"/>
                </a:cubicBezTo>
                <a:cubicBezTo>
                  <a:pt x="942630" y="1170481"/>
                  <a:pt x="937195" y="1267815"/>
                  <a:pt x="1027201" y="1170481"/>
                </a:cubicBezTo>
                <a:lnTo>
                  <a:pt x="2454312" y="1170481"/>
                </a:lnTo>
                <a:lnTo>
                  <a:pt x="2454258" y="1198971"/>
                </a:lnTo>
                <a:cubicBezTo>
                  <a:pt x="2453829" y="1263949"/>
                  <a:pt x="2452183" y="1303867"/>
                  <a:pt x="2448778" y="1303867"/>
                </a:cubicBezTo>
                <a:lnTo>
                  <a:pt x="257960" y="1281453"/>
                </a:lnTo>
                <a:cubicBezTo>
                  <a:pt x="231761" y="1298755"/>
                  <a:pt x="217871" y="1309727"/>
                  <a:pt x="211003" y="1316453"/>
                </a:cubicBezTo>
                <a:lnTo>
                  <a:pt x="208364" y="1321660"/>
                </a:lnTo>
                <a:lnTo>
                  <a:pt x="196071" y="1318583"/>
                </a:lnTo>
                <a:cubicBezTo>
                  <a:pt x="160418" y="1334534"/>
                  <a:pt x="180367" y="1260907"/>
                  <a:pt x="157111" y="1256881"/>
                </a:cubicBezTo>
                <a:cubicBezTo>
                  <a:pt x="133855" y="1252856"/>
                  <a:pt x="181919" y="1277468"/>
                  <a:pt x="0" y="1284415"/>
                </a:cubicBezTo>
                <a:lnTo>
                  <a:pt x="15357" y="30334"/>
                </a:lnTo>
                <a:cubicBezTo>
                  <a:pt x="15357" y="13581"/>
                  <a:pt x="30075" y="0"/>
                  <a:pt x="48232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iMi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雲端平台</a:t>
            </a: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en-US" altLang="zh-TW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MQTT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板初始化</a:t>
            </a:r>
            <a:endParaRPr lang="en-US" altLang="zh-TW" sz="1200" kern="100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UART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通訊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WiFi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設定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MQTT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設定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84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575</TotalTime>
  <Words>177</Words>
  <Application>Microsoft Office PowerPoint</Application>
  <PresentationFormat>寬螢幕</PresentationFormat>
  <Paragraphs>57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AMANI</dc:creator>
  <cp:lastModifiedBy>慶哲 林</cp:lastModifiedBy>
  <cp:revision>36</cp:revision>
  <dcterms:created xsi:type="dcterms:W3CDTF">2023-12-14T09:26:15Z</dcterms:created>
  <dcterms:modified xsi:type="dcterms:W3CDTF">2023-12-21T02:12:41Z</dcterms:modified>
</cp:coreProperties>
</file>