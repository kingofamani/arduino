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960" y="-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2024/1/8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759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2024/1/8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0203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2024/1/8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3497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2024/1/8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3013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2024/1/8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015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2024/1/8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540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2024/1/8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4954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2024/1/8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2000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2024/1/8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9854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2024/1/8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029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9EB3-9618-4DC9-9742-E69F5EF18F40}" type="datetimeFigureOut">
              <a:rPr lang="zh-TW" altLang="en-US" smtClean="0"/>
              <a:t>2024/1/8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276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19EB3-9618-4DC9-9742-E69F5EF18F40}" type="datetimeFigureOut">
              <a:rPr lang="zh-TW" altLang="en-US" smtClean="0"/>
              <a:t>2024/1/8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E2DD6-86C8-4992-800D-0C81505D4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576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9130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手繪多邊形: 圖案 10"/>
          <p:cNvSpPr/>
          <p:nvPr/>
        </p:nvSpPr>
        <p:spPr>
          <a:xfrm>
            <a:off x="1302067" y="2223770"/>
            <a:ext cx="396875" cy="180975"/>
          </a:xfrm>
          <a:custGeom>
            <a:avLst/>
            <a:gdLst>
              <a:gd name="connsiteX0" fmla="*/ 84890 w 453390"/>
              <a:gd name="connsiteY0" fmla="*/ 0 h 263525"/>
              <a:gd name="connsiteX1" fmla="*/ 453390 w 453390"/>
              <a:gd name="connsiteY1" fmla="*/ 0 h 263525"/>
              <a:gd name="connsiteX2" fmla="*/ 453390 w 453390"/>
              <a:gd name="connsiteY2" fmla="*/ 263525 h 263525"/>
              <a:gd name="connsiteX3" fmla="*/ 84890 w 453390"/>
              <a:gd name="connsiteY3" fmla="*/ 263525 h 263525"/>
              <a:gd name="connsiteX4" fmla="*/ 59217 w 453390"/>
              <a:gd name="connsiteY4" fmla="*/ 168771 h 263525"/>
              <a:gd name="connsiteX5" fmla="*/ 4819 w 453390"/>
              <a:gd name="connsiteY5" fmla="*/ 221542 h 263525"/>
              <a:gd name="connsiteX6" fmla="*/ 0 w 453390"/>
              <a:gd name="connsiteY6" fmla="*/ 54571 h 263525"/>
              <a:gd name="connsiteX7" fmla="*/ 55658 w 453390"/>
              <a:gd name="connsiteY7" fmla="*/ 89403 h 263525"/>
              <a:gd name="connsiteX8" fmla="*/ 84890 w 453390"/>
              <a:gd name="connsiteY8" fmla="*/ 0 h 26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3390" h="263525">
                <a:moveTo>
                  <a:pt x="84890" y="0"/>
                </a:moveTo>
                <a:lnTo>
                  <a:pt x="453390" y="0"/>
                </a:lnTo>
                <a:lnTo>
                  <a:pt x="453390" y="263525"/>
                </a:lnTo>
                <a:lnTo>
                  <a:pt x="84890" y="263525"/>
                </a:lnTo>
                <a:cubicBezTo>
                  <a:pt x="68745" y="263525"/>
                  <a:pt x="59217" y="193028"/>
                  <a:pt x="59217" y="168771"/>
                </a:cubicBezTo>
                <a:lnTo>
                  <a:pt x="4819" y="221542"/>
                </a:lnTo>
                <a:lnTo>
                  <a:pt x="0" y="54571"/>
                </a:lnTo>
                <a:lnTo>
                  <a:pt x="55658" y="89403"/>
                </a:lnTo>
                <a:cubicBezTo>
                  <a:pt x="55658" y="65146"/>
                  <a:pt x="68745" y="0"/>
                  <a:pt x="84890" y="0"/>
                </a:cubicBez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73025">
              <a:spcAft>
                <a:spcPts val="0"/>
              </a:spcAft>
            </a:pPr>
            <a:r>
              <a:rPr lang="en-US" sz="1200" kern="100">
                <a:solidFill>
                  <a:srgbClr val="FFFFFF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“  “</a:t>
            </a:r>
            <a:endParaRPr lang="zh-TW" sz="1200" kern="10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6" name="手繪多邊形: 圖案 10"/>
          <p:cNvSpPr/>
          <p:nvPr/>
        </p:nvSpPr>
        <p:spPr>
          <a:xfrm>
            <a:off x="1857374" y="2223770"/>
            <a:ext cx="390525" cy="175260"/>
          </a:xfrm>
          <a:custGeom>
            <a:avLst/>
            <a:gdLst>
              <a:gd name="connsiteX0" fmla="*/ 84890 w 453390"/>
              <a:gd name="connsiteY0" fmla="*/ 0 h 263525"/>
              <a:gd name="connsiteX1" fmla="*/ 453390 w 453390"/>
              <a:gd name="connsiteY1" fmla="*/ 0 h 263525"/>
              <a:gd name="connsiteX2" fmla="*/ 453390 w 453390"/>
              <a:gd name="connsiteY2" fmla="*/ 263525 h 263525"/>
              <a:gd name="connsiteX3" fmla="*/ 84890 w 453390"/>
              <a:gd name="connsiteY3" fmla="*/ 263525 h 263525"/>
              <a:gd name="connsiteX4" fmla="*/ 59217 w 453390"/>
              <a:gd name="connsiteY4" fmla="*/ 168771 h 263525"/>
              <a:gd name="connsiteX5" fmla="*/ 4819 w 453390"/>
              <a:gd name="connsiteY5" fmla="*/ 221542 h 263525"/>
              <a:gd name="connsiteX6" fmla="*/ 0 w 453390"/>
              <a:gd name="connsiteY6" fmla="*/ 54571 h 263525"/>
              <a:gd name="connsiteX7" fmla="*/ 55658 w 453390"/>
              <a:gd name="connsiteY7" fmla="*/ 89403 h 263525"/>
              <a:gd name="connsiteX8" fmla="*/ 84890 w 453390"/>
              <a:gd name="connsiteY8" fmla="*/ 0 h 26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3390" h="263525">
                <a:moveTo>
                  <a:pt x="84890" y="0"/>
                </a:moveTo>
                <a:lnTo>
                  <a:pt x="453390" y="0"/>
                </a:lnTo>
                <a:lnTo>
                  <a:pt x="453390" y="263525"/>
                </a:lnTo>
                <a:lnTo>
                  <a:pt x="84890" y="263525"/>
                </a:lnTo>
                <a:cubicBezTo>
                  <a:pt x="68745" y="263525"/>
                  <a:pt x="59217" y="193028"/>
                  <a:pt x="59217" y="168771"/>
                </a:cubicBezTo>
                <a:lnTo>
                  <a:pt x="4819" y="221542"/>
                </a:lnTo>
                <a:lnTo>
                  <a:pt x="0" y="54571"/>
                </a:lnTo>
                <a:lnTo>
                  <a:pt x="55658" y="89403"/>
                </a:lnTo>
                <a:cubicBezTo>
                  <a:pt x="55658" y="65146"/>
                  <a:pt x="68745" y="0"/>
                  <a:pt x="84890" y="0"/>
                </a:cubicBezTo>
                <a:close/>
              </a:path>
            </a:pathLst>
          </a:cu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73025" algn="ctr">
              <a:spcAft>
                <a:spcPts val="0"/>
              </a:spcAft>
            </a:pPr>
            <a:r>
              <a:rPr lang="en-US" sz="1200" kern="100" dirty="0">
                <a:solidFill>
                  <a:srgbClr val="FFFFFF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0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7" name="圓角矩形 4"/>
          <p:cNvSpPr/>
          <p:nvPr/>
        </p:nvSpPr>
        <p:spPr>
          <a:xfrm>
            <a:off x="2076388" y="3698142"/>
            <a:ext cx="415585" cy="266700"/>
          </a:xfrm>
          <a:custGeom>
            <a:avLst/>
            <a:gdLst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27940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60115 w 4424680"/>
              <a:gd name="connsiteY7" fmla="*/ 421640 h 421640"/>
              <a:gd name="connsiteX8" fmla="*/ 0 w 4424680"/>
              <a:gd name="connsiteY8" fmla="*/ 361525 h 421640"/>
              <a:gd name="connsiteX9" fmla="*/ 0 w 4424680"/>
              <a:gd name="connsiteY9" fmla="*/ 121075 h 42164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330200 w 4424680"/>
              <a:gd name="connsiteY7" fmla="*/ 421640 h 421640"/>
              <a:gd name="connsiteX8" fmla="*/ 60115 w 4424680"/>
              <a:gd name="connsiteY8" fmla="*/ 421640 h 421640"/>
              <a:gd name="connsiteX9" fmla="*/ 0 w 4424680"/>
              <a:gd name="connsiteY9" fmla="*/ 361525 h 421640"/>
              <a:gd name="connsiteX10" fmla="*/ 0 w 4424680"/>
              <a:gd name="connsiteY10" fmla="*/ 121075 h 42164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330200 w 4424680"/>
              <a:gd name="connsiteY7" fmla="*/ 360680 h 360680"/>
              <a:gd name="connsiteX8" fmla="*/ 60115 w 4424680"/>
              <a:gd name="connsiteY8" fmla="*/ 360680 h 360680"/>
              <a:gd name="connsiteX9" fmla="*/ 0 w 4424680"/>
              <a:gd name="connsiteY9" fmla="*/ 300565 h 360680"/>
              <a:gd name="connsiteX10" fmla="*/ 0 w 4424680"/>
              <a:gd name="connsiteY10" fmla="*/ 60115 h 360680"/>
              <a:gd name="connsiteX0" fmla="*/ 0 w 4424680"/>
              <a:gd name="connsiteY0" fmla="*/ 60115 h 421640"/>
              <a:gd name="connsiteX1" fmla="*/ 60115 w 4424680"/>
              <a:gd name="connsiteY1" fmla="*/ 0 h 421640"/>
              <a:gd name="connsiteX2" fmla="*/ 350520 w 4424680"/>
              <a:gd name="connsiteY2" fmla="*/ 0 h 421640"/>
              <a:gd name="connsiteX3" fmla="*/ 4364565 w 4424680"/>
              <a:gd name="connsiteY3" fmla="*/ 0 h 421640"/>
              <a:gd name="connsiteX4" fmla="*/ 4424680 w 4424680"/>
              <a:gd name="connsiteY4" fmla="*/ 60115 h 421640"/>
              <a:gd name="connsiteX5" fmla="*/ 4424680 w 4424680"/>
              <a:gd name="connsiteY5" fmla="*/ 300565 h 421640"/>
              <a:gd name="connsiteX6" fmla="*/ 4364565 w 4424680"/>
              <a:gd name="connsiteY6" fmla="*/ 360680 h 421640"/>
              <a:gd name="connsiteX7" fmla="*/ 330200 w 4424680"/>
              <a:gd name="connsiteY7" fmla="*/ 360680 h 421640"/>
              <a:gd name="connsiteX8" fmla="*/ 60115 w 4424680"/>
              <a:gd name="connsiteY8" fmla="*/ 360680 h 421640"/>
              <a:gd name="connsiteX9" fmla="*/ 0 w 4424680"/>
              <a:gd name="connsiteY9" fmla="*/ 300565 h 421640"/>
              <a:gd name="connsiteX10" fmla="*/ 0 w 4424680"/>
              <a:gd name="connsiteY10" fmla="*/ 60115 h 42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24680" h="421640">
                <a:moveTo>
                  <a:pt x="0" y="60115"/>
                </a:moveTo>
                <a:cubicBezTo>
                  <a:pt x="0" y="26914"/>
                  <a:pt x="26914" y="0"/>
                  <a:pt x="60115" y="0"/>
                </a:cubicBezTo>
                <a:cubicBezTo>
                  <a:pt x="156917" y="0"/>
                  <a:pt x="207998" y="121920"/>
                  <a:pt x="350520" y="0"/>
                </a:cubicBezTo>
                <a:lnTo>
                  <a:pt x="4364565" y="0"/>
                </a:lnTo>
                <a:cubicBezTo>
                  <a:pt x="4397766" y="0"/>
                  <a:pt x="4424680" y="26914"/>
                  <a:pt x="4424680" y="60115"/>
                </a:cubicBezTo>
                <a:lnTo>
                  <a:pt x="4424680" y="300565"/>
                </a:lnTo>
                <a:cubicBezTo>
                  <a:pt x="4424680" y="333766"/>
                  <a:pt x="4397766" y="360680"/>
                  <a:pt x="4364565" y="360680"/>
                </a:cubicBezTo>
                <a:lnTo>
                  <a:pt x="330200" y="360680"/>
                </a:lnTo>
                <a:cubicBezTo>
                  <a:pt x="138572" y="497840"/>
                  <a:pt x="150143" y="360680"/>
                  <a:pt x="60115" y="360680"/>
                </a:cubicBezTo>
                <a:cubicBezTo>
                  <a:pt x="26914" y="360680"/>
                  <a:pt x="0" y="333766"/>
                  <a:pt x="0" y="300565"/>
                </a:cubicBezTo>
                <a:lnTo>
                  <a:pt x="0" y="6011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zh-TW" altLang="en-US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停車    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pSp>
        <p:nvGrpSpPr>
          <p:cNvPr id="50" name="群組 49"/>
          <p:cNvGrpSpPr/>
          <p:nvPr/>
        </p:nvGrpSpPr>
        <p:grpSpPr>
          <a:xfrm>
            <a:off x="1281587" y="2639695"/>
            <a:ext cx="1804513" cy="266700"/>
            <a:chOff x="1281587" y="2639695"/>
            <a:chExt cx="1804513" cy="266700"/>
          </a:xfrm>
        </p:grpSpPr>
        <p:sp>
          <p:nvSpPr>
            <p:cNvPr id="40" name="圓角矩形 4"/>
            <p:cNvSpPr/>
            <p:nvPr/>
          </p:nvSpPr>
          <p:spPr>
            <a:xfrm>
              <a:off x="1281587" y="2639695"/>
              <a:ext cx="1804513" cy="266700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421640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207998" y="121920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38572" y="497840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en-US" altLang="zh-TW" sz="1200" kern="100" dirty="0" err="1">
                  <a:ea typeface="新細明體" panose="02020500000000000000" pitchFamily="18" charset="-120"/>
                  <a:cs typeface="Times New Roman" panose="02020603050405020304" pitchFamily="18" charset="0"/>
                </a:rPr>
                <a:t>EN1~EN4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41" name="手繪多邊形: 圖案 10"/>
            <p:cNvSpPr/>
            <p:nvPr/>
          </p:nvSpPr>
          <p:spPr>
            <a:xfrm>
              <a:off x="1922144" y="2679065"/>
              <a:ext cx="219078" cy="175260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 algn="ctr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0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42" name="手繪多邊形: 圖案 10"/>
            <p:cNvSpPr/>
            <p:nvPr/>
          </p:nvSpPr>
          <p:spPr>
            <a:xfrm>
              <a:off x="2203130" y="2679065"/>
              <a:ext cx="219078" cy="175260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 algn="ctr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0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43" name="手繪多邊形: 圖案 10"/>
            <p:cNvSpPr/>
            <p:nvPr/>
          </p:nvSpPr>
          <p:spPr>
            <a:xfrm>
              <a:off x="2484116" y="2679065"/>
              <a:ext cx="219078" cy="175260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 algn="ctr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0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44" name="手繪多邊形: 圖案 10"/>
            <p:cNvSpPr/>
            <p:nvPr/>
          </p:nvSpPr>
          <p:spPr>
            <a:xfrm>
              <a:off x="2765102" y="2679065"/>
              <a:ext cx="219078" cy="175260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 algn="ctr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0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51" name="手繪多邊形: 圖案 22"/>
          <p:cNvSpPr/>
          <p:nvPr/>
        </p:nvSpPr>
        <p:spPr>
          <a:xfrm>
            <a:off x="4735829" y="2171065"/>
            <a:ext cx="1800141" cy="878156"/>
          </a:xfrm>
          <a:custGeom>
            <a:avLst/>
            <a:gdLst>
              <a:gd name="connsiteX0" fmla="*/ 66099 w 1606550"/>
              <a:gd name="connsiteY0" fmla="*/ 0 h 831850"/>
              <a:gd name="connsiteX1" fmla="*/ 1540451 w 1606550"/>
              <a:gd name="connsiteY1" fmla="*/ 0 h 831850"/>
              <a:gd name="connsiteX2" fmla="*/ 1606550 w 1606550"/>
              <a:gd name="connsiteY2" fmla="*/ 66099 h 831850"/>
              <a:gd name="connsiteX3" fmla="*/ 1606550 w 1606550"/>
              <a:gd name="connsiteY3" fmla="*/ 346710 h 831850"/>
              <a:gd name="connsiteX4" fmla="*/ 553720 w 1606550"/>
              <a:gd name="connsiteY4" fmla="*/ 346710 h 831850"/>
              <a:gd name="connsiteX5" fmla="*/ 263315 w 1606550"/>
              <a:gd name="connsiteY5" fmla="*/ 346710 h 831850"/>
              <a:gd name="connsiteX6" fmla="*/ 203200 w 1606550"/>
              <a:gd name="connsiteY6" fmla="*/ 406825 h 831850"/>
              <a:gd name="connsiteX7" fmla="*/ 203200 w 1606550"/>
              <a:gd name="connsiteY7" fmla="*/ 647275 h 831850"/>
              <a:gd name="connsiteX8" fmla="*/ 263315 w 1606550"/>
              <a:gd name="connsiteY8" fmla="*/ 707390 h 831850"/>
              <a:gd name="connsiteX9" fmla="*/ 533400 w 1606550"/>
              <a:gd name="connsiteY9" fmla="*/ 707390 h 831850"/>
              <a:gd name="connsiteX10" fmla="*/ 1606550 w 1606550"/>
              <a:gd name="connsiteY10" fmla="*/ 707390 h 831850"/>
              <a:gd name="connsiteX11" fmla="*/ 1606550 w 1606550"/>
              <a:gd name="connsiteY11" fmla="*/ 765751 h 831850"/>
              <a:gd name="connsiteX12" fmla="*/ 1540451 w 1606550"/>
              <a:gd name="connsiteY12" fmla="*/ 831850 h 831850"/>
              <a:gd name="connsiteX13" fmla="*/ 66099 w 1606550"/>
              <a:gd name="connsiteY13" fmla="*/ 831850 h 831850"/>
              <a:gd name="connsiteX14" fmla="*/ 0 w 1606550"/>
              <a:gd name="connsiteY14" fmla="*/ 765751 h 831850"/>
              <a:gd name="connsiteX15" fmla="*/ 0 w 1606550"/>
              <a:gd name="connsiteY15" fmla="*/ 66099 h 831850"/>
              <a:gd name="connsiteX16" fmla="*/ 66099 w 1606550"/>
              <a:gd name="connsiteY16" fmla="*/ 0 h 831850"/>
              <a:gd name="connsiteX0" fmla="*/ 66099 w 1606550"/>
              <a:gd name="connsiteY0" fmla="*/ 0 h 831850"/>
              <a:gd name="connsiteX1" fmla="*/ 1540451 w 1606550"/>
              <a:gd name="connsiteY1" fmla="*/ 0 h 831850"/>
              <a:gd name="connsiteX2" fmla="*/ 1606550 w 1606550"/>
              <a:gd name="connsiteY2" fmla="*/ 66099 h 831850"/>
              <a:gd name="connsiteX3" fmla="*/ 1606550 w 1606550"/>
              <a:gd name="connsiteY3" fmla="*/ 346710 h 831850"/>
              <a:gd name="connsiteX4" fmla="*/ 553720 w 1606550"/>
              <a:gd name="connsiteY4" fmla="*/ 346710 h 831850"/>
              <a:gd name="connsiteX5" fmla="*/ 263315 w 1606550"/>
              <a:gd name="connsiteY5" fmla="*/ 346710 h 831850"/>
              <a:gd name="connsiteX6" fmla="*/ 203200 w 1606550"/>
              <a:gd name="connsiteY6" fmla="*/ 406825 h 831850"/>
              <a:gd name="connsiteX7" fmla="*/ 203200 w 1606550"/>
              <a:gd name="connsiteY7" fmla="*/ 647275 h 831850"/>
              <a:gd name="connsiteX8" fmla="*/ 263315 w 1606550"/>
              <a:gd name="connsiteY8" fmla="*/ 707390 h 831850"/>
              <a:gd name="connsiteX9" fmla="*/ 533400 w 1606550"/>
              <a:gd name="connsiteY9" fmla="*/ 707390 h 831850"/>
              <a:gd name="connsiteX10" fmla="*/ 1606550 w 1606550"/>
              <a:gd name="connsiteY10" fmla="*/ 707390 h 831850"/>
              <a:gd name="connsiteX11" fmla="*/ 1606550 w 1606550"/>
              <a:gd name="connsiteY11" fmla="*/ 765751 h 831850"/>
              <a:gd name="connsiteX12" fmla="*/ 1540451 w 1606550"/>
              <a:gd name="connsiteY12" fmla="*/ 831850 h 831850"/>
              <a:gd name="connsiteX13" fmla="*/ 190061 w 1606550"/>
              <a:gd name="connsiteY13" fmla="*/ 831215 h 831850"/>
              <a:gd name="connsiteX14" fmla="*/ 66099 w 1606550"/>
              <a:gd name="connsiteY14" fmla="*/ 831850 h 831850"/>
              <a:gd name="connsiteX15" fmla="*/ 0 w 1606550"/>
              <a:gd name="connsiteY15" fmla="*/ 765751 h 831850"/>
              <a:gd name="connsiteX16" fmla="*/ 0 w 1606550"/>
              <a:gd name="connsiteY16" fmla="*/ 66099 h 831850"/>
              <a:gd name="connsiteX17" fmla="*/ 66099 w 1606550"/>
              <a:gd name="connsiteY17" fmla="*/ 0 h 831850"/>
              <a:gd name="connsiteX0" fmla="*/ 66099 w 1606550"/>
              <a:gd name="connsiteY0" fmla="*/ 0 h 838835"/>
              <a:gd name="connsiteX1" fmla="*/ 1540451 w 1606550"/>
              <a:gd name="connsiteY1" fmla="*/ 0 h 838835"/>
              <a:gd name="connsiteX2" fmla="*/ 1606550 w 1606550"/>
              <a:gd name="connsiteY2" fmla="*/ 66099 h 838835"/>
              <a:gd name="connsiteX3" fmla="*/ 1606550 w 1606550"/>
              <a:gd name="connsiteY3" fmla="*/ 346710 h 838835"/>
              <a:gd name="connsiteX4" fmla="*/ 553720 w 1606550"/>
              <a:gd name="connsiteY4" fmla="*/ 346710 h 838835"/>
              <a:gd name="connsiteX5" fmla="*/ 263315 w 1606550"/>
              <a:gd name="connsiteY5" fmla="*/ 346710 h 838835"/>
              <a:gd name="connsiteX6" fmla="*/ 203200 w 1606550"/>
              <a:gd name="connsiteY6" fmla="*/ 406825 h 838835"/>
              <a:gd name="connsiteX7" fmla="*/ 203200 w 1606550"/>
              <a:gd name="connsiteY7" fmla="*/ 647275 h 838835"/>
              <a:gd name="connsiteX8" fmla="*/ 263315 w 1606550"/>
              <a:gd name="connsiteY8" fmla="*/ 707390 h 838835"/>
              <a:gd name="connsiteX9" fmla="*/ 533400 w 1606550"/>
              <a:gd name="connsiteY9" fmla="*/ 707390 h 838835"/>
              <a:gd name="connsiteX10" fmla="*/ 1606550 w 1606550"/>
              <a:gd name="connsiteY10" fmla="*/ 707390 h 838835"/>
              <a:gd name="connsiteX11" fmla="*/ 1606550 w 1606550"/>
              <a:gd name="connsiteY11" fmla="*/ 765751 h 838835"/>
              <a:gd name="connsiteX12" fmla="*/ 1540451 w 1606550"/>
              <a:gd name="connsiteY12" fmla="*/ 831850 h 838835"/>
              <a:gd name="connsiteX13" fmla="*/ 326330 w 1606550"/>
              <a:gd name="connsiteY13" fmla="*/ 838835 h 838835"/>
              <a:gd name="connsiteX14" fmla="*/ 190061 w 1606550"/>
              <a:gd name="connsiteY14" fmla="*/ 831215 h 838835"/>
              <a:gd name="connsiteX15" fmla="*/ 66099 w 1606550"/>
              <a:gd name="connsiteY15" fmla="*/ 831850 h 838835"/>
              <a:gd name="connsiteX16" fmla="*/ 0 w 1606550"/>
              <a:gd name="connsiteY16" fmla="*/ 765751 h 838835"/>
              <a:gd name="connsiteX17" fmla="*/ 0 w 1606550"/>
              <a:gd name="connsiteY17" fmla="*/ 66099 h 838835"/>
              <a:gd name="connsiteX18" fmla="*/ 66099 w 1606550"/>
              <a:gd name="connsiteY18" fmla="*/ 0 h 838835"/>
              <a:gd name="connsiteX0" fmla="*/ 66099 w 1606550"/>
              <a:gd name="connsiteY0" fmla="*/ 0 h 866844"/>
              <a:gd name="connsiteX1" fmla="*/ 1540451 w 1606550"/>
              <a:gd name="connsiteY1" fmla="*/ 0 h 866844"/>
              <a:gd name="connsiteX2" fmla="*/ 1606550 w 1606550"/>
              <a:gd name="connsiteY2" fmla="*/ 66099 h 866844"/>
              <a:gd name="connsiteX3" fmla="*/ 1606550 w 1606550"/>
              <a:gd name="connsiteY3" fmla="*/ 346710 h 866844"/>
              <a:gd name="connsiteX4" fmla="*/ 553720 w 1606550"/>
              <a:gd name="connsiteY4" fmla="*/ 346710 h 866844"/>
              <a:gd name="connsiteX5" fmla="*/ 263315 w 1606550"/>
              <a:gd name="connsiteY5" fmla="*/ 346710 h 866844"/>
              <a:gd name="connsiteX6" fmla="*/ 203200 w 1606550"/>
              <a:gd name="connsiteY6" fmla="*/ 406825 h 866844"/>
              <a:gd name="connsiteX7" fmla="*/ 203200 w 1606550"/>
              <a:gd name="connsiteY7" fmla="*/ 647275 h 866844"/>
              <a:gd name="connsiteX8" fmla="*/ 263315 w 1606550"/>
              <a:gd name="connsiteY8" fmla="*/ 707390 h 866844"/>
              <a:gd name="connsiteX9" fmla="*/ 533400 w 1606550"/>
              <a:gd name="connsiteY9" fmla="*/ 707390 h 866844"/>
              <a:gd name="connsiteX10" fmla="*/ 1606550 w 1606550"/>
              <a:gd name="connsiteY10" fmla="*/ 707390 h 866844"/>
              <a:gd name="connsiteX11" fmla="*/ 1606550 w 1606550"/>
              <a:gd name="connsiteY11" fmla="*/ 765751 h 866844"/>
              <a:gd name="connsiteX12" fmla="*/ 1540451 w 1606550"/>
              <a:gd name="connsiteY12" fmla="*/ 831850 h 866844"/>
              <a:gd name="connsiteX13" fmla="*/ 326330 w 1606550"/>
              <a:gd name="connsiteY13" fmla="*/ 838835 h 866844"/>
              <a:gd name="connsiteX14" fmla="*/ 190061 w 1606550"/>
              <a:gd name="connsiteY14" fmla="*/ 831215 h 866844"/>
              <a:gd name="connsiteX15" fmla="*/ 66099 w 1606550"/>
              <a:gd name="connsiteY15" fmla="*/ 831850 h 866844"/>
              <a:gd name="connsiteX16" fmla="*/ 0 w 1606550"/>
              <a:gd name="connsiteY16" fmla="*/ 765751 h 866844"/>
              <a:gd name="connsiteX17" fmla="*/ 0 w 1606550"/>
              <a:gd name="connsiteY17" fmla="*/ 66099 h 866844"/>
              <a:gd name="connsiteX18" fmla="*/ 66099 w 1606550"/>
              <a:gd name="connsiteY18" fmla="*/ 0 h 866844"/>
              <a:gd name="connsiteX0" fmla="*/ 66099 w 1606550"/>
              <a:gd name="connsiteY0" fmla="*/ 0 h 871170"/>
              <a:gd name="connsiteX1" fmla="*/ 1540451 w 1606550"/>
              <a:gd name="connsiteY1" fmla="*/ 0 h 871170"/>
              <a:gd name="connsiteX2" fmla="*/ 1606550 w 1606550"/>
              <a:gd name="connsiteY2" fmla="*/ 66099 h 871170"/>
              <a:gd name="connsiteX3" fmla="*/ 1606550 w 1606550"/>
              <a:gd name="connsiteY3" fmla="*/ 346710 h 871170"/>
              <a:gd name="connsiteX4" fmla="*/ 553720 w 1606550"/>
              <a:gd name="connsiteY4" fmla="*/ 346710 h 871170"/>
              <a:gd name="connsiteX5" fmla="*/ 263315 w 1606550"/>
              <a:gd name="connsiteY5" fmla="*/ 346710 h 871170"/>
              <a:gd name="connsiteX6" fmla="*/ 203200 w 1606550"/>
              <a:gd name="connsiteY6" fmla="*/ 406825 h 871170"/>
              <a:gd name="connsiteX7" fmla="*/ 203200 w 1606550"/>
              <a:gd name="connsiteY7" fmla="*/ 647275 h 871170"/>
              <a:gd name="connsiteX8" fmla="*/ 263315 w 1606550"/>
              <a:gd name="connsiteY8" fmla="*/ 707390 h 871170"/>
              <a:gd name="connsiteX9" fmla="*/ 533400 w 1606550"/>
              <a:gd name="connsiteY9" fmla="*/ 707390 h 871170"/>
              <a:gd name="connsiteX10" fmla="*/ 1606550 w 1606550"/>
              <a:gd name="connsiteY10" fmla="*/ 707390 h 871170"/>
              <a:gd name="connsiteX11" fmla="*/ 1606550 w 1606550"/>
              <a:gd name="connsiteY11" fmla="*/ 765751 h 871170"/>
              <a:gd name="connsiteX12" fmla="*/ 1540451 w 1606550"/>
              <a:gd name="connsiteY12" fmla="*/ 831850 h 871170"/>
              <a:gd name="connsiteX13" fmla="*/ 326330 w 1606550"/>
              <a:gd name="connsiteY13" fmla="*/ 838835 h 871170"/>
              <a:gd name="connsiteX14" fmla="*/ 190061 w 1606550"/>
              <a:gd name="connsiteY14" fmla="*/ 831215 h 871170"/>
              <a:gd name="connsiteX15" fmla="*/ 66099 w 1606550"/>
              <a:gd name="connsiteY15" fmla="*/ 831850 h 871170"/>
              <a:gd name="connsiteX16" fmla="*/ 0 w 1606550"/>
              <a:gd name="connsiteY16" fmla="*/ 765751 h 871170"/>
              <a:gd name="connsiteX17" fmla="*/ 0 w 1606550"/>
              <a:gd name="connsiteY17" fmla="*/ 66099 h 871170"/>
              <a:gd name="connsiteX18" fmla="*/ 66099 w 1606550"/>
              <a:gd name="connsiteY18" fmla="*/ 0 h 871170"/>
              <a:gd name="connsiteX0" fmla="*/ 66099 w 1606550"/>
              <a:gd name="connsiteY0" fmla="*/ 0 h 871170"/>
              <a:gd name="connsiteX1" fmla="*/ 186475 w 1606550"/>
              <a:gd name="connsiteY1" fmla="*/ 634 h 871170"/>
              <a:gd name="connsiteX2" fmla="*/ 1540451 w 1606550"/>
              <a:gd name="connsiteY2" fmla="*/ 0 h 871170"/>
              <a:gd name="connsiteX3" fmla="*/ 1606550 w 1606550"/>
              <a:gd name="connsiteY3" fmla="*/ 66099 h 871170"/>
              <a:gd name="connsiteX4" fmla="*/ 1606550 w 1606550"/>
              <a:gd name="connsiteY4" fmla="*/ 346710 h 871170"/>
              <a:gd name="connsiteX5" fmla="*/ 553720 w 1606550"/>
              <a:gd name="connsiteY5" fmla="*/ 346710 h 871170"/>
              <a:gd name="connsiteX6" fmla="*/ 263315 w 1606550"/>
              <a:gd name="connsiteY6" fmla="*/ 346710 h 871170"/>
              <a:gd name="connsiteX7" fmla="*/ 203200 w 1606550"/>
              <a:gd name="connsiteY7" fmla="*/ 406825 h 871170"/>
              <a:gd name="connsiteX8" fmla="*/ 203200 w 1606550"/>
              <a:gd name="connsiteY8" fmla="*/ 647275 h 871170"/>
              <a:gd name="connsiteX9" fmla="*/ 263315 w 1606550"/>
              <a:gd name="connsiteY9" fmla="*/ 707390 h 871170"/>
              <a:gd name="connsiteX10" fmla="*/ 533400 w 1606550"/>
              <a:gd name="connsiteY10" fmla="*/ 707390 h 871170"/>
              <a:gd name="connsiteX11" fmla="*/ 1606550 w 1606550"/>
              <a:gd name="connsiteY11" fmla="*/ 707390 h 871170"/>
              <a:gd name="connsiteX12" fmla="*/ 1606550 w 1606550"/>
              <a:gd name="connsiteY12" fmla="*/ 765751 h 871170"/>
              <a:gd name="connsiteX13" fmla="*/ 1540451 w 1606550"/>
              <a:gd name="connsiteY13" fmla="*/ 831850 h 871170"/>
              <a:gd name="connsiteX14" fmla="*/ 326330 w 1606550"/>
              <a:gd name="connsiteY14" fmla="*/ 838835 h 871170"/>
              <a:gd name="connsiteX15" fmla="*/ 190061 w 1606550"/>
              <a:gd name="connsiteY15" fmla="*/ 831215 h 871170"/>
              <a:gd name="connsiteX16" fmla="*/ 66099 w 1606550"/>
              <a:gd name="connsiteY16" fmla="*/ 831850 h 871170"/>
              <a:gd name="connsiteX17" fmla="*/ 0 w 1606550"/>
              <a:gd name="connsiteY17" fmla="*/ 765751 h 871170"/>
              <a:gd name="connsiteX18" fmla="*/ 0 w 1606550"/>
              <a:gd name="connsiteY18" fmla="*/ 66099 h 871170"/>
              <a:gd name="connsiteX19" fmla="*/ 66099 w 1606550"/>
              <a:gd name="connsiteY19" fmla="*/ 0 h 871170"/>
              <a:gd name="connsiteX0" fmla="*/ 66099 w 1606550"/>
              <a:gd name="connsiteY0" fmla="*/ 6986 h 878156"/>
              <a:gd name="connsiteX1" fmla="*/ 186475 w 1606550"/>
              <a:gd name="connsiteY1" fmla="*/ 7620 h 878156"/>
              <a:gd name="connsiteX2" fmla="*/ 315572 w 1606550"/>
              <a:gd name="connsiteY2" fmla="*/ 0 h 878156"/>
              <a:gd name="connsiteX3" fmla="*/ 1540451 w 1606550"/>
              <a:gd name="connsiteY3" fmla="*/ 6986 h 878156"/>
              <a:gd name="connsiteX4" fmla="*/ 1606550 w 1606550"/>
              <a:gd name="connsiteY4" fmla="*/ 73085 h 878156"/>
              <a:gd name="connsiteX5" fmla="*/ 1606550 w 1606550"/>
              <a:gd name="connsiteY5" fmla="*/ 353696 h 878156"/>
              <a:gd name="connsiteX6" fmla="*/ 553720 w 1606550"/>
              <a:gd name="connsiteY6" fmla="*/ 353696 h 878156"/>
              <a:gd name="connsiteX7" fmla="*/ 263315 w 1606550"/>
              <a:gd name="connsiteY7" fmla="*/ 353696 h 878156"/>
              <a:gd name="connsiteX8" fmla="*/ 203200 w 1606550"/>
              <a:gd name="connsiteY8" fmla="*/ 413811 h 878156"/>
              <a:gd name="connsiteX9" fmla="*/ 203200 w 1606550"/>
              <a:gd name="connsiteY9" fmla="*/ 654261 h 878156"/>
              <a:gd name="connsiteX10" fmla="*/ 263315 w 1606550"/>
              <a:gd name="connsiteY10" fmla="*/ 714376 h 878156"/>
              <a:gd name="connsiteX11" fmla="*/ 533400 w 1606550"/>
              <a:gd name="connsiteY11" fmla="*/ 714376 h 878156"/>
              <a:gd name="connsiteX12" fmla="*/ 1606550 w 1606550"/>
              <a:gd name="connsiteY12" fmla="*/ 714376 h 878156"/>
              <a:gd name="connsiteX13" fmla="*/ 1606550 w 1606550"/>
              <a:gd name="connsiteY13" fmla="*/ 772737 h 878156"/>
              <a:gd name="connsiteX14" fmla="*/ 1540451 w 1606550"/>
              <a:gd name="connsiteY14" fmla="*/ 838836 h 878156"/>
              <a:gd name="connsiteX15" fmla="*/ 326330 w 1606550"/>
              <a:gd name="connsiteY15" fmla="*/ 845821 h 878156"/>
              <a:gd name="connsiteX16" fmla="*/ 190061 w 1606550"/>
              <a:gd name="connsiteY16" fmla="*/ 838201 h 878156"/>
              <a:gd name="connsiteX17" fmla="*/ 66099 w 1606550"/>
              <a:gd name="connsiteY17" fmla="*/ 838836 h 878156"/>
              <a:gd name="connsiteX18" fmla="*/ 0 w 1606550"/>
              <a:gd name="connsiteY18" fmla="*/ 772737 h 878156"/>
              <a:gd name="connsiteX19" fmla="*/ 0 w 1606550"/>
              <a:gd name="connsiteY19" fmla="*/ 73085 h 878156"/>
              <a:gd name="connsiteX20" fmla="*/ 66099 w 1606550"/>
              <a:gd name="connsiteY20" fmla="*/ 6986 h 878156"/>
              <a:gd name="connsiteX0" fmla="*/ 66099 w 1606550"/>
              <a:gd name="connsiteY0" fmla="*/ 6986 h 878156"/>
              <a:gd name="connsiteX1" fmla="*/ 186475 w 1606550"/>
              <a:gd name="connsiteY1" fmla="*/ 7620 h 878156"/>
              <a:gd name="connsiteX2" fmla="*/ 315572 w 1606550"/>
              <a:gd name="connsiteY2" fmla="*/ 0 h 878156"/>
              <a:gd name="connsiteX3" fmla="*/ 1540451 w 1606550"/>
              <a:gd name="connsiteY3" fmla="*/ 6986 h 878156"/>
              <a:gd name="connsiteX4" fmla="*/ 1606550 w 1606550"/>
              <a:gd name="connsiteY4" fmla="*/ 73085 h 878156"/>
              <a:gd name="connsiteX5" fmla="*/ 1606550 w 1606550"/>
              <a:gd name="connsiteY5" fmla="*/ 353696 h 878156"/>
              <a:gd name="connsiteX6" fmla="*/ 553720 w 1606550"/>
              <a:gd name="connsiteY6" fmla="*/ 353696 h 878156"/>
              <a:gd name="connsiteX7" fmla="*/ 263315 w 1606550"/>
              <a:gd name="connsiteY7" fmla="*/ 353696 h 878156"/>
              <a:gd name="connsiteX8" fmla="*/ 203200 w 1606550"/>
              <a:gd name="connsiteY8" fmla="*/ 413811 h 878156"/>
              <a:gd name="connsiteX9" fmla="*/ 203200 w 1606550"/>
              <a:gd name="connsiteY9" fmla="*/ 654261 h 878156"/>
              <a:gd name="connsiteX10" fmla="*/ 263315 w 1606550"/>
              <a:gd name="connsiteY10" fmla="*/ 714376 h 878156"/>
              <a:gd name="connsiteX11" fmla="*/ 533400 w 1606550"/>
              <a:gd name="connsiteY11" fmla="*/ 714376 h 878156"/>
              <a:gd name="connsiteX12" fmla="*/ 1606550 w 1606550"/>
              <a:gd name="connsiteY12" fmla="*/ 714376 h 878156"/>
              <a:gd name="connsiteX13" fmla="*/ 1606550 w 1606550"/>
              <a:gd name="connsiteY13" fmla="*/ 772737 h 878156"/>
              <a:gd name="connsiteX14" fmla="*/ 1540451 w 1606550"/>
              <a:gd name="connsiteY14" fmla="*/ 838836 h 878156"/>
              <a:gd name="connsiteX15" fmla="*/ 326330 w 1606550"/>
              <a:gd name="connsiteY15" fmla="*/ 845821 h 878156"/>
              <a:gd name="connsiteX16" fmla="*/ 190061 w 1606550"/>
              <a:gd name="connsiteY16" fmla="*/ 838201 h 878156"/>
              <a:gd name="connsiteX17" fmla="*/ 66099 w 1606550"/>
              <a:gd name="connsiteY17" fmla="*/ 838836 h 878156"/>
              <a:gd name="connsiteX18" fmla="*/ 0 w 1606550"/>
              <a:gd name="connsiteY18" fmla="*/ 772737 h 878156"/>
              <a:gd name="connsiteX19" fmla="*/ 0 w 1606550"/>
              <a:gd name="connsiteY19" fmla="*/ 73085 h 878156"/>
              <a:gd name="connsiteX20" fmla="*/ 66099 w 1606550"/>
              <a:gd name="connsiteY20" fmla="*/ 6986 h 878156"/>
              <a:gd name="connsiteX0" fmla="*/ 66099 w 1606550"/>
              <a:gd name="connsiteY0" fmla="*/ 6986 h 878156"/>
              <a:gd name="connsiteX1" fmla="*/ 186475 w 1606550"/>
              <a:gd name="connsiteY1" fmla="*/ 7620 h 878156"/>
              <a:gd name="connsiteX2" fmla="*/ 315572 w 1606550"/>
              <a:gd name="connsiteY2" fmla="*/ 0 h 878156"/>
              <a:gd name="connsiteX3" fmla="*/ 1540451 w 1606550"/>
              <a:gd name="connsiteY3" fmla="*/ 6986 h 878156"/>
              <a:gd name="connsiteX4" fmla="*/ 1606550 w 1606550"/>
              <a:gd name="connsiteY4" fmla="*/ 73085 h 878156"/>
              <a:gd name="connsiteX5" fmla="*/ 1606550 w 1606550"/>
              <a:gd name="connsiteY5" fmla="*/ 353696 h 878156"/>
              <a:gd name="connsiteX6" fmla="*/ 553720 w 1606550"/>
              <a:gd name="connsiteY6" fmla="*/ 353696 h 878156"/>
              <a:gd name="connsiteX7" fmla="*/ 263315 w 1606550"/>
              <a:gd name="connsiteY7" fmla="*/ 353696 h 878156"/>
              <a:gd name="connsiteX8" fmla="*/ 203200 w 1606550"/>
              <a:gd name="connsiteY8" fmla="*/ 413811 h 878156"/>
              <a:gd name="connsiteX9" fmla="*/ 203200 w 1606550"/>
              <a:gd name="connsiteY9" fmla="*/ 654261 h 878156"/>
              <a:gd name="connsiteX10" fmla="*/ 263315 w 1606550"/>
              <a:gd name="connsiteY10" fmla="*/ 714376 h 878156"/>
              <a:gd name="connsiteX11" fmla="*/ 533400 w 1606550"/>
              <a:gd name="connsiteY11" fmla="*/ 714376 h 878156"/>
              <a:gd name="connsiteX12" fmla="*/ 1606550 w 1606550"/>
              <a:gd name="connsiteY12" fmla="*/ 714376 h 878156"/>
              <a:gd name="connsiteX13" fmla="*/ 1606550 w 1606550"/>
              <a:gd name="connsiteY13" fmla="*/ 772737 h 878156"/>
              <a:gd name="connsiteX14" fmla="*/ 1540451 w 1606550"/>
              <a:gd name="connsiteY14" fmla="*/ 838836 h 878156"/>
              <a:gd name="connsiteX15" fmla="*/ 326330 w 1606550"/>
              <a:gd name="connsiteY15" fmla="*/ 845821 h 878156"/>
              <a:gd name="connsiteX16" fmla="*/ 190061 w 1606550"/>
              <a:gd name="connsiteY16" fmla="*/ 838201 h 878156"/>
              <a:gd name="connsiteX17" fmla="*/ 66099 w 1606550"/>
              <a:gd name="connsiteY17" fmla="*/ 838836 h 878156"/>
              <a:gd name="connsiteX18" fmla="*/ 0 w 1606550"/>
              <a:gd name="connsiteY18" fmla="*/ 772737 h 878156"/>
              <a:gd name="connsiteX19" fmla="*/ 0 w 1606550"/>
              <a:gd name="connsiteY19" fmla="*/ 73085 h 878156"/>
              <a:gd name="connsiteX20" fmla="*/ 66099 w 1606550"/>
              <a:gd name="connsiteY20" fmla="*/ 6986 h 87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606550" h="878156">
                <a:moveTo>
                  <a:pt x="66099" y="6986"/>
                </a:moveTo>
                <a:lnTo>
                  <a:pt x="186475" y="7620"/>
                </a:lnTo>
                <a:cubicBezTo>
                  <a:pt x="233093" y="46990"/>
                  <a:pt x="261782" y="67310"/>
                  <a:pt x="315572" y="0"/>
                </a:cubicBezTo>
                <a:lnTo>
                  <a:pt x="1540451" y="6986"/>
                </a:lnTo>
                <a:cubicBezTo>
                  <a:pt x="1576956" y="6986"/>
                  <a:pt x="1606550" y="36580"/>
                  <a:pt x="1606550" y="73085"/>
                </a:cubicBezTo>
                <a:lnTo>
                  <a:pt x="1606550" y="353696"/>
                </a:lnTo>
                <a:lnTo>
                  <a:pt x="553720" y="353696"/>
                </a:lnTo>
                <a:cubicBezTo>
                  <a:pt x="411198" y="475616"/>
                  <a:pt x="360117" y="353696"/>
                  <a:pt x="263315" y="353696"/>
                </a:cubicBezTo>
                <a:cubicBezTo>
                  <a:pt x="230114" y="353696"/>
                  <a:pt x="203200" y="380610"/>
                  <a:pt x="203200" y="413811"/>
                </a:cubicBezTo>
                <a:lnTo>
                  <a:pt x="203200" y="654261"/>
                </a:lnTo>
                <a:cubicBezTo>
                  <a:pt x="203200" y="687462"/>
                  <a:pt x="230114" y="714376"/>
                  <a:pt x="263315" y="714376"/>
                </a:cubicBezTo>
                <a:cubicBezTo>
                  <a:pt x="353343" y="714376"/>
                  <a:pt x="341772" y="851536"/>
                  <a:pt x="533400" y="714376"/>
                </a:cubicBezTo>
                <a:lnTo>
                  <a:pt x="1606550" y="714376"/>
                </a:lnTo>
                <a:lnTo>
                  <a:pt x="1606550" y="772737"/>
                </a:lnTo>
                <a:cubicBezTo>
                  <a:pt x="1606550" y="809242"/>
                  <a:pt x="1576956" y="838836"/>
                  <a:pt x="1540451" y="838836"/>
                </a:cubicBezTo>
                <a:lnTo>
                  <a:pt x="326330" y="845821"/>
                </a:lnTo>
                <a:cubicBezTo>
                  <a:pt x="273735" y="911861"/>
                  <a:pt x="249828" y="859791"/>
                  <a:pt x="190061" y="838201"/>
                </a:cubicBezTo>
                <a:lnTo>
                  <a:pt x="66099" y="838836"/>
                </a:lnTo>
                <a:cubicBezTo>
                  <a:pt x="29594" y="838836"/>
                  <a:pt x="0" y="809242"/>
                  <a:pt x="0" y="772737"/>
                </a:cubicBezTo>
                <a:lnTo>
                  <a:pt x="0" y="73085"/>
                </a:lnTo>
                <a:cubicBezTo>
                  <a:pt x="0" y="36580"/>
                  <a:pt x="29594" y="6986"/>
                  <a:pt x="66099" y="698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zh-TW" altLang="en-US" sz="1200" kern="100">
                <a:solidFill>
                  <a:srgbClr val="FFFFFF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按鍵值轉換成數字 函數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2" name="圓角矩形 48"/>
          <p:cNvSpPr/>
          <p:nvPr/>
        </p:nvSpPr>
        <p:spPr>
          <a:xfrm>
            <a:off x="3141502" y="2415540"/>
            <a:ext cx="1463041" cy="263525"/>
          </a:xfrm>
          <a:custGeom>
            <a:avLst/>
            <a:gdLst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0 w 4506685"/>
              <a:gd name="connsiteY8" fmla="*/ 62594 h 375557"/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5443 w 4506685"/>
              <a:gd name="connsiteY8" fmla="*/ 163286 h 375557"/>
              <a:gd name="connsiteX9" fmla="*/ 0 w 4506685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0 w 4816934"/>
              <a:gd name="connsiteY8" fmla="*/ 146945 h 375557"/>
              <a:gd name="connsiteX9" fmla="*/ 310249 w 4816934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190500 w 4816934"/>
              <a:gd name="connsiteY8" fmla="*/ 261257 h 375557"/>
              <a:gd name="connsiteX9" fmla="*/ 0 w 4816934"/>
              <a:gd name="connsiteY9" fmla="*/ 146945 h 375557"/>
              <a:gd name="connsiteX10" fmla="*/ 310249 w 4816934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10905 w 4827839"/>
              <a:gd name="connsiteY9" fmla="*/ 146945 h 375557"/>
              <a:gd name="connsiteX10" fmla="*/ 321154 w 4827839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38122 w 4827839"/>
              <a:gd name="connsiteY9" fmla="*/ 97924 h 375557"/>
              <a:gd name="connsiteX10" fmla="*/ 321154 w 4827839"/>
              <a:gd name="connsiteY10" fmla="*/ 62594 h 375557"/>
              <a:gd name="connsiteX0" fmla="*/ 283032 w 4789717"/>
              <a:gd name="connsiteY0" fmla="*/ 62594 h 375557"/>
              <a:gd name="connsiteX1" fmla="*/ 345626 w 4789717"/>
              <a:gd name="connsiteY1" fmla="*/ 0 h 375557"/>
              <a:gd name="connsiteX2" fmla="*/ 4727123 w 4789717"/>
              <a:gd name="connsiteY2" fmla="*/ 0 h 375557"/>
              <a:gd name="connsiteX3" fmla="*/ 4789717 w 4789717"/>
              <a:gd name="connsiteY3" fmla="*/ 62594 h 375557"/>
              <a:gd name="connsiteX4" fmla="*/ 4789717 w 4789717"/>
              <a:gd name="connsiteY4" fmla="*/ 312963 h 375557"/>
              <a:gd name="connsiteX5" fmla="*/ 4727123 w 4789717"/>
              <a:gd name="connsiteY5" fmla="*/ 375557 h 375557"/>
              <a:gd name="connsiteX6" fmla="*/ 345626 w 4789717"/>
              <a:gd name="connsiteY6" fmla="*/ 375557 h 375557"/>
              <a:gd name="connsiteX7" fmla="*/ 283032 w 4789717"/>
              <a:gd name="connsiteY7" fmla="*/ 312963 h 375557"/>
              <a:gd name="connsiteX8" fmla="*/ 21756 w 4789717"/>
              <a:gd name="connsiteY8" fmla="*/ 315726 h 375557"/>
              <a:gd name="connsiteX9" fmla="*/ 0 w 4789717"/>
              <a:gd name="connsiteY9" fmla="*/ 97924 h 375557"/>
              <a:gd name="connsiteX10" fmla="*/ 283032 w 4789717"/>
              <a:gd name="connsiteY10" fmla="*/ 62594 h 375557"/>
              <a:gd name="connsiteX0" fmla="*/ 261276 w 4767961"/>
              <a:gd name="connsiteY0" fmla="*/ 62594 h 375557"/>
              <a:gd name="connsiteX1" fmla="*/ 323870 w 4767961"/>
              <a:gd name="connsiteY1" fmla="*/ 0 h 375557"/>
              <a:gd name="connsiteX2" fmla="*/ 4705367 w 4767961"/>
              <a:gd name="connsiteY2" fmla="*/ 0 h 375557"/>
              <a:gd name="connsiteX3" fmla="*/ 4767961 w 4767961"/>
              <a:gd name="connsiteY3" fmla="*/ 62594 h 375557"/>
              <a:gd name="connsiteX4" fmla="*/ 4767961 w 4767961"/>
              <a:gd name="connsiteY4" fmla="*/ 312963 h 375557"/>
              <a:gd name="connsiteX5" fmla="*/ 4705367 w 4767961"/>
              <a:gd name="connsiteY5" fmla="*/ 375557 h 375557"/>
              <a:gd name="connsiteX6" fmla="*/ 323870 w 4767961"/>
              <a:gd name="connsiteY6" fmla="*/ 375557 h 375557"/>
              <a:gd name="connsiteX7" fmla="*/ 261276 w 4767961"/>
              <a:gd name="connsiteY7" fmla="*/ 312963 h 375557"/>
              <a:gd name="connsiteX8" fmla="*/ 0 w 4767961"/>
              <a:gd name="connsiteY8" fmla="*/ 315726 h 375557"/>
              <a:gd name="connsiteX9" fmla="*/ 92557 w 4767961"/>
              <a:gd name="connsiteY9" fmla="*/ 81583 h 375557"/>
              <a:gd name="connsiteX10" fmla="*/ 261276 w 4767961"/>
              <a:gd name="connsiteY10" fmla="*/ 62594 h 375557"/>
              <a:gd name="connsiteX0" fmla="*/ 168719 w 4675404"/>
              <a:gd name="connsiteY0" fmla="*/ 62594 h 375557"/>
              <a:gd name="connsiteX1" fmla="*/ 231313 w 4675404"/>
              <a:gd name="connsiteY1" fmla="*/ 0 h 375557"/>
              <a:gd name="connsiteX2" fmla="*/ 4612810 w 4675404"/>
              <a:gd name="connsiteY2" fmla="*/ 0 h 375557"/>
              <a:gd name="connsiteX3" fmla="*/ 4675404 w 4675404"/>
              <a:gd name="connsiteY3" fmla="*/ 62594 h 375557"/>
              <a:gd name="connsiteX4" fmla="*/ 4675404 w 4675404"/>
              <a:gd name="connsiteY4" fmla="*/ 312963 h 375557"/>
              <a:gd name="connsiteX5" fmla="*/ 4612810 w 4675404"/>
              <a:gd name="connsiteY5" fmla="*/ 375557 h 375557"/>
              <a:gd name="connsiteX6" fmla="*/ 231313 w 4675404"/>
              <a:gd name="connsiteY6" fmla="*/ 375557 h 375557"/>
              <a:gd name="connsiteX7" fmla="*/ 168719 w 4675404"/>
              <a:gd name="connsiteY7" fmla="*/ 312963 h 375557"/>
              <a:gd name="connsiteX8" fmla="*/ 59855 w 4675404"/>
              <a:gd name="connsiteY8" fmla="*/ 315726 h 375557"/>
              <a:gd name="connsiteX9" fmla="*/ 0 w 4675404"/>
              <a:gd name="connsiteY9" fmla="*/ 81583 h 375557"/>
              <a:gd name="connsiteX10" fmla="*/ 168719 w 4675404"/>
              <a:gd name="connsiteY10" fmla="*/ 62594 h 375557"/>
              <a:gd name="connsiteX0" fmla="*/ 119183 w 4625868"/>
              <a:gd name="connsiteY0" fmla="*/ 62594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62594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26803 w 4625868"/>
              <a:gd name="connsiteY7" fmla="*/ 240520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25868" h="375557">
                <a:moveTo>
                  <a:pt x="119183" y="127411"/>
                </a:moveTo>
                <a:cubicBezTo>
                  <a:pt x="119183" y="92841"/>
                  <a:pt x="147207" y="0"/>
                  <a:pt x="181777" y="0"/>
                </a:cubicBezTo>
                <a:lnTo>
                  <a:pt x="4563274" y="0"/>
                </a:lnTo>
                <a:cubicBezTo>
                  <a:pt x="4597844" y="0"/>
                  <a:pt x="4625868" y="28024"/>
                  <a:pt x="4625868" y="62594"/>
                </a:cubicBezTo>
                <a:lnTo>
                  <a:pt x="4625868" y="312963"/>
                </a:lnTo>
                <a:cubicBezTo>
                  <a:pt x="4625868" y="347533"/>
                  <a:pt x="4597844" y="375557"/>
                  <a:pt x="4563274" y="375557"/>
                </a:cubicBezTo>
                <a:lnTo>
                  <a:pt x="181777" y="375557"/>
                </a:lnTo>
                <a:cubicBezTo>
                  <a:pt x="147207" y="375557"/>
                  <a:pt x="126803" y="275090"/>
                  <a:pt x="126803" y="240520"/>
                </a:cubicBezTo>
                <a:lnTo>
                  <a:pt x="10319" y="315726"/>
                </a:lnTo>
                <a:lnTo>
                  <a:pt x="0" y="77770"/>
                </a:lnTo>
                <a:lnTo>
                  <a:pt x="119183" y="127411"/>
                </a:lnTo>
                <a:close/>
              </a:path>
            </a:pathLst>
          </a:cu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76200">
              <a:spcAft>
                <a:spcPts val="0"/>
              </a:spcAft>
            </a:pPr>
            <a:r>
              <a:rPr lang="zh-TW" altLang="en-US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取得</a:t>
            </a:r>
            <a:r>
              <a:rPr lang="en-US" altLang="zh-TW" sz="1200" kern="100" dirty="0" err="1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ESP32</a:t>
            </a:r>
            <a:r>
              <a:rPr lang="zh-TW" altLang="en-US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訊息字串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4" name="圓角矩形 48"/>
          <p:cNvSpPr/>
          <p:nvPr/>
        </p:nvSpPr>
        <p:spPr>
          <a:xfrm>
            <a:off x="1122279" y="4744362"/>
            <a:ext cx="954109" cy="263525"/>
          </a:xfrm>
          <a:custGeom>
            <a:avLst/>
            <a:gdLst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0 w 4506685"/>
              <a:gd name="connsiteY8" fmla="*/ 62594 h 375557"/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5443 w 4506685"/>
              <a:gd name="connsiteY8" fmla="*/ 163286 h 375557"/>
              <a:gd name="connsiteX9" fmla="*/ 0 w 4506685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0 w 4816934"/>
              <a:gd name="connsiteY8" fmla="*/ 146945 h 375557"/>
              <a:gd name="connsiteX9" fmla="*/ 310249 w 4816934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190500 w 4816934"/>
              <a:gd name="connsiteY8" fmla="*/ 261257 h 375557"/>
              <a:gd name="connsiteX9" fmla="*/ 0 w 4816934"/>
              <a:gd name="connsiteY9" fmla="*/ 146945 h 375557"/>
              <a:gd name="connsiteX10" fmla="*/ 310249 w 4816934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10905 w 4827839"/>
              <a:gd name="connsiteY9" fmla="*/ 146945 h 375557"/>
              <a:gd name="connsiteX10" fmla="*/ 321154 w 4827839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38122 w 4827839"/>
              <a:gd name="connsiteY9" fmla="*/ 97924 h 375557"/>
              <a:gd name="connsiteX10" fmla="*/ 321154 w 4827839"/>
              <a:gd name="connsiteY10" fmla="*/ 62594 h 375557"/>
              <a:gd name="connsiteX0" fmla="*/ 283032 w 4789717"/>
              <a:gd name="connsiteY0" fmla="*/ 62594 h 375557"/>
              <a:gd name="connsiteX1" fmla="*/ 345626 w 4789717"/>
              <a:gd name="connsiteY1" fmla="*/ 0 h 375557"/>
              <a:gd name="connsiteX2" fmla="*/ 4727123 w 4789717"/>
              <a:gd name="connsiteY2" fmla="*/ 0 h 375557"/>
              <a:gd name="connsiteX3" fmla="*/ 4789717 w 4789717"/>
              <a:gd name="connsiteY3" fmla="*/ 62594 h 375557"/>
              <a:gd name="connsiteX4" fmla="*/ 4789717 w 4789717"/>
              <a:gd name="connsiteY4" fmla="*/ 312963 h 375557"/>
              <a:gd name="connsiteX5" fmla="*/ 4727123 w 4789717"/>
              <a:gd name="connsiteY5" fmla="*/ 375557 h 375557"/>
              <a:gd name="connsiteX6" fmla="*/ 345626 w 4789717"/>
              <a:gd name="connsiteY6" fmla="*/ 375557 h 375557"/>
              <a:gd name="connsiteX7" fmla="*/ 283032 w 4789717"/>
              <a:gd name="connsiteY7" fmla="*/ 312963 h 375557"/>
              <a:gd name="connsiteX8" fmla="*/ 21756 w 4789717"/>
              <a:gd name="connsiteY8" fmla="*/ 315726 h 375557"/>
              <a:gd name="connsiteX9" fmla="*/ 0 w 4789717"/>
              <a:gd name="connsiteY9" fmla="*/ 97924 h 375557"/>
              <a:gd name="connsiteX10" fmla="*/ 283032 w 4789717"/>
              <a:gd name="connsiteY10" fmla="*/ 62594 h 375557"/>
              <a:gd name="connsiteX0" fmla="*/ 261276 w 4767961"/>
              <a:gd name="connsiteY0" fmla="*/ 62594 h 375557"/>
              <a:gd name="connsiteX1" fmla="*/ 323870 w 4767961"/>
              <a:gd name="connsiteY1" fmla="*/ 0 h 375557"/>
              <a:gd name="connsiteX2" fmla="*/ 4705367 w 4767961"/>
              <a:gd name="connsiteY2" fmla="*/ 0 h 375557"/>
              <a:gd name="connsiteX3" fmla="*/ 4767961 w 4767961"/>
              <a:gd name="connsiteY3" fmla="*/ 62594 h 375557"/>
              <a:gd name="connsiteX4" fmla="*/ 4767961 w 4767961"/>
              <a:gd name="connsiteY4" fmla="*/ 312963 h 375557"/>
              <a:gd name="connsiteX5" fmla="*/ 4705367 w 4767961"/>
              <a:gd name="connsiteY5" fmla="*/ 375557 h 375557"/>
              <a:gd name="connsiteX6" fmla="*/ 323870 w 4767961"/>
              <a:gd name="connsiteY6" fmla="*/ 375557 h 375557"/>
              <a:gd name="connsiteX7" fmla="*/ 261276 w 4767961"/>
              <a:gd name="connsiteY7" fmla="*/ 312963 h 375557"/>
              <a:gd name="connsiteX8" fmla="*/ 0 w 4767961"/>
              <a:gd name="connsiteY8" fmla="*/ 315726 h 375557"/>
              <a:gd name="connsiteX9" fmla="*/ 92557 w 4767961"/>
              <a:gd name="connsiteY9" fmla="*/ 81583 h 375557"/>
              <a:gd name="connsiteX10" fmla="*/ 261276 w 4767961"/>
              <a:gd name="connsiteY10" fmla="*/ 62594 h 375557"/>
              <a:gd name="connsiteX0" fmla="*/ 168719 w 4675404"/>
              <a:gd name="connsiteY0" fmla="*/ 62594 h 375557"/>
              <a:gd name="connsiteX1" fmla="*/ 231313 w 4675404"/>
              <a:gd name="connsiteY1" fmla="*/ 0 h 375557"/>
              <a:gd name="connsiteX2" fmla="*/ 4612810 w 4675404"/>
              <a:gd name="connsiteY2" fmla="*/ 0 h 375557"/>
              <a:gd name="connsiteX3" fmla="*/ 4675404 w 4675404"/>
              <a:gd name="connsiteY3" fmla="*/ 62594 h 375557"/>
              <a:gd name="connsiteX4" fmla="*/ 4675404 w 4675404"/>
              <a:gd name="connsiteY4" fmla="*/ 312963 h 375557"/>
              <a:gd name="connsiteX5" fmla="*/ 4612810 w 4675404"/>
              <a:gd name="connsiteY5" fmla="*/ 375557 h 375557"/>
              <a:gd name="connsiteX6" fmla="*/ 231313 w 4675404"/>
              <a:gd name="connsiteY6" fmla="*/ 375557 h 375557"/>
              <a:gd name="connsiteX7" fmla="*/ 168719 w 4675404"/>
              <a:gd name="connsiteY7" fmla="*/ 312963 h 375557"/>
              <a:gd name="connsiteX8" fmla="*/ 59855 w 4675404"/>
              <a:gd name="connsiteY8" fmla="*/ 315726 h 375557"/>
              <a:gd name="connsiteX9" fmla="*/ 0 w 4675404"/>
              <a:gd name="connsiteY9" fmla="*/ 81583 h 375557"/>
              <a:gd name="connsiteX10" fmla="*/ 168719 w 4675404"/>
              <a:gd name="connsiteY10" fmla="*/ 62594 h 375557"/>
              <a:gd name="connsiteX0" fmla="*/ 119183 w 4625868"/>
              <a:gd name="connsiteY0" fmla="*/ 62594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62594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26803 w 4625868"/>
              <a:gd name="connsiteY7" fmla="*/ 240520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25868" h="375557">
                <a:moveTo>
                  <a:pt x="119183" y="127411"/>
                </a:moveTo>
                <a:cubicBezTo>
                  <a:pt x="119183" y="92841"/>
                  <a:pt x="147207" y="0"/>
                  <a:pt x="181777" y="0"/>
                </a:cubicBezTo>
                <a:lnTo>
                  <a:pt x="4563274" y="0"/>
                </a:lnTo>
                <a:cubicBezTo>
                  <a:pt x="4597844" y="0"/>
                  <a:pt x="4625868" y="28024"/>
                  <a:pt x="4625868" y="62594"/>
                </a:cubicBezTo>
                <a:lnTo>
                  <a:pt x="4625868" y="312963"/>
                </a:lnTo>
                <a:cubicBezTo>
                  <a:pt x="4625868" y="347533"/>
                  <a:pt x="4597844" y="375557"/>
                  <a:pt x="4563274" y="375557"/>
                </a:cubicBezTo>
                <a:lnTo>
                  <a:pt x="181777" y="375557"/>
                </a:lnTo>
                <a:cubicBezTo>
                  <a:pt x="147207" y="375557"/>
                  <a:pt x="126803" y="275090"/>
                  <a:pt x="126803" y="240520"/>
                </a:cubicBezTo>
                <a:lnTo>
                  <a:pt x="10319" y="315726"/>
                </a:lnTo>
                <a:lnTo>
                  <a:pt x="0" y="77770"/>
                </a:lnTo>
                <a:lnTo>
                  <a:pt x="119183" y="127411"/>
                </a:lnTo>
                <a:close/>
              </a:path>
            </a:pathLst>
          </a:cu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63500">
              <a:spcAft>
                <a:spcPts val="0"/>
              </a:spcAft>
            </a:pPr>
            <a:r>
              <a:rPr lang="zh-TW" altLang="en-US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按下簽收鈕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pSp>
        <p:nvGrpSpPr>
          <p:cNvPr id="55" name="群組 54"/>
          <p:cNvGrpSpPr/>
          <p:nvPr/>
        </p:nvGrpSpPr>
        <p:grpSpPr>
          <a:xfrm>
            <a:off x="2811029" y="4738669"/>
            <a:ext cx="550142" cy="238125"/>
            <a:chOff x="-459817" y="0"/>
            <a:chExt cx="550713" cy="238539"/>
          </a:xfrm>
        </p:grpSpPr>
        <p:sp>
          <p:nvSpPr>
            <p:cNvPr id="59" name="圓角矩形 58"/>
            <p:cNvSpPr/>
            <p:nvPr/>
          </p:nvSpPr>
          <p:spPr>
            <a:xfrm>
              <a:off x="-459817" y="0"/>
              <a:ext cx="550713" cy="238539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6200">
                <a:spcAft>
                  <a:spcPts val="0"/>
                </a:spcAft>
              </a:pPr>
              <a:r>
                <a:rPr lang="en-US" sz="1200" b="1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20%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60" name="等腰三角形 59"/>
            <p:cNvSpPr/>
            <p:nvPr/>
          </p:nvSpPr>
          <p:spPr>
            <a:xfrm rot="10800000">
              <a:off x="-115805" y="71562"/>
              <a:ext cx="174928" cy="143123"/>
            </a:xfrm>
            <a:prstGeom prst="triangl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/>
            </a:p>
          </p:txBody>
        </p:sp>
      </p:grpSp>
      <p:grpSp>
        <p:nvGrpSpPr>
          <p:cNvPr id="62" name="群組 61"/>
          <p:cNvGrpSpPr/>
          <p:nvPr/>
        </p:nvGrpSpPr>
        <p:grpSpPr>
          <a:xfrm>
            <a:off x="4783772" y="3126007"/>
            <a:ext cx="452755" cy="238125"/>
            <a:chOff x="0" y="0"/>
            <a:chExt cx="453225" cy="238539"/>
          </a:xfrm>
        </p:grpSpPr>
        <p:sp>
          <p:nvSpPr>
            <p:cNvPr id="63" name="圓角矩形 62"/>
            <p:cNvSpPr/>
            <p:nvPr/>
          </p:nvSpPr>
          <p:spPr>
            <a:xfrm>
              <a:off x="0" y="0"/>
              <a:ext cx="453225" cy="238539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63500">
                <a:spcAft>
                  <a:spcPts val="0"/>
                </a:spcAft>
              </a:pP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64" name="等腰三角形 63"/>
            <p:cNvSpPr/>
            <p:nvPr/>
          </p:nvSpPr>
          <p:spPr>
            <a:xfrm rot="10800000">
              <a:off x="246491" y="71562"/>
              <a:ext cx="174928" cy="143123"/>
            </a:xfrm>
            <a:prstGeom prst="triangl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/>
            </a:p>
          </p:txBody>
        </p:sp>
      </p:grpSp>
      <p:grpSp>
        <p:nvGrpSpPr>
          <p:cNvPr id="74" name="群組 73"/>
          <p:cNvGrpSpPr/>
          <p:nvPr/>
        </p:nvGrpSpPr>
        <p:grpSpPr>
          <a:xfrm>
            <a:off x="5065391" y="3395296"/>
            <a:ext cx="3217549" cy="421640"/>
            <a:chOff x="2874641" y="3733653"/>
            <a:chExt cx="3217549" cy="421640"/>
          </a:xfrm>
        </p:grpSpPr>
        <p:sp>
          <p:nvSpPr>
            <p:cNvPr id="61" name="圓角矩形 4"/>
            <p:cNvSpPr/>
            <p:nvPr/>
          </p:nvSpPr>
          <p:spPr>
            <a:xfrm>
              <a:off x="2874641" y="3733653"/>
              <a:ext cx="3217549" cy="421640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421640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207998" y="121920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38572" y="497840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en-US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                                       </a:t>
              </a:r>
              <a:r>
                <a:rPr lang="zh-TW" altLang="en-US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設定為                     角度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65" name="群組 64"/>
            <p:cNvGrpSpPr/>
            <p:nvPr/>
          </p:nvGrpSpPr>
          <p:grpSpPr>
            <a:xfrm>
              <a:off x="3022917" y="3804187"/>
              <a:ext cx="1206183" cy="238125"/>
              <a:chOff x="-754210" y="0"/>
              <a:chExt cx="1207435" cy="238539"/>
            </a:xfrm>
          </p:grpSpPr>
          <p:sp>
            <p:nvSpPr>
              <p:cNvPr id="66" name="圓角矩形 65"/>
              <p:cNvSpPr/>
              <p:nvPr/>
            </p:nvSpPr>
            <p:spPr>
              <a:xfrm>
                <a:off x="-754210" y="0"/>
                <a:ext cx="1207435" cy="238539"/>
              </a:xfrm>
              <a:prstGeom prst="round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63500">
                  <a:spcAft>
                    <a:spcPts val="0"/>
                  </a:spcAft>
                </a:pPr>
                <a:r>
                  <a:rPr lang="zh-TW" altLang="en-US" sz="1200" kern="100" dirty="0"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貨斗伺服馬達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等腰三角形 66"/>
              <p:cNvSpPr/>
              <p:nvPr/>
            </p:nvSpPr>
            <p:spPr>
              <a:xfrm rot="10800000">
                <a:off x="246491" y="71562"/>
                <a:ext cx="174928" cy="143123"/>
              </a:xfrm>
              <a:prstGeom prst="triangle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/>
              </a:p>
            </p:txBody>
          </p:sp>
        </p:grpSp>
        <p:grpSp>
          <p:nvGrpSpPr>
            <p:cNvPr id="71" name="群組 70"/>
            <p:cNvGrpSpPr/>
            <p:nvPr/>
          </p:nvGrpSpPr>
          <p:grpSpPr>
            <a:xfrm>
              <a:off x="4814802" y="3798374"/>
              <a:ext cx="605155" cy="238125"/>
              <a:chOff x="-152558" y="0"/>
              <a:chExt cx="605783" cy="238539"/>
            </a:xfrm>
          </p:grpSpPr>
          <p:sp>
            <p:nvSpPr>
              <p:cNvPr id="72" name="圓角矩形 71"/>
              <p:cNvSpPr/>
              <p:nvPr/>
            </p:nvSpPr>
            <p:spPr>
              <a:xfrm>
                <a:off x="-152558" y="0"/>
                <a:ext cx="605783" cy="238539"/>
              </a:xfrm>
              <a:prstGeom prst="round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63500">
                  <a:spcAft>
                    <a:spcPts val="0"/>
                  </a:spcAft>
                </a:pPr>
                <a:r>
                  <a:rPr lang="zh-TW" altLang="en-US" sz="1200" kern="100" dirty="0"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打開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等腰三角形 72"/>
              <p:cNvSpPr/>
              <p:nvPr/>
            </p:nvSpPr>
            <p:spPr>
              <a:xfrm rot="10800000">
                <a:off x="246491" y="71562"/>
                <a:ext cx="174928" cy="143123"/>
              </a:xfrm>
              <a:prstGeom prst="triangle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/>
              </a:p>
            </p:txBody>
          </p:sp>
        </p:grpSp>
      </p:grpSp>
      <p:sp>
        <p:nvSpPr>
          <p:cNvPr id="77" name="圓角矩形 4"/>
          <p:cNvSpPr/>
          <p:nvPr/>
        </p:nvSpPr>
        <p:spPr>
          <a:xfrm>
            <a:off x="1938336" y="3312037"/>
            <a:ext cx="1310637" cy="295959"/>
          </a:xfrm>
          <a:custGeom>
            <a:avLst/>
            <a:gdLst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27940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60115 w 4424680"/>
              <a:gd name="connsiteY7" fmla="*/ 421640 h 421640"/>
              <a:gd name="connsiteX8" fmla="*/ 0 w 4424680"/>
              <a:gd name="connsiteY8" fmla="*/ 361525 h 421640"/>
              <a:gd name="connsiteX9" fmla="*/ 0 w 4424680"/>
              <a:gd name="connsiteY9" fmla="*/ 121075 h 42164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330200 w 4424680"/>
              <a:gd name="connsiteY7" fmla="*/ 421640 h 421640"/>
              <a:gd name="connsiteX8" fmla="*/ 60115 w 4424680"/>
              <a:gd name="connsiteY8" fmla="*/ 421640 h 421640"/>
              <a:gd name="connsiteX9" fmla="*/ 0 w 4424680"/>
              <a:gd name="connsiteY9" fmla="*/ 361525 h 421640"/>
              <a:gd name="connsiteX10" fmla="*/ 0 w 4424680"/>
              <a:gd name="connsiteY10" fmla="*/ 121075 h 42164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330200 w 4424680"/>
              <a:gd name="connsiteY7" fmla="*/ 360680 h 360680"/>
              <a:gd name="connsiteX8" fmla="*/ 60115 w 4424680"/>
              <a:gd name="connsiteY8" fmla="*/ 360680 h 360680"/>
              <a:gd name="connsiteX9" fmla="*/ 0 w 4424680"/>
              <a:gd name="connsiteY9" fmla="*/ 300565 h 360680"/>
              <a:gd name="connsiteX10" fmla="*/ 0 w 4424680"/>
              <a:gd name="connsiteY10" fmla="*/ 60115 h 360680"/>
              <a:gd name="connsiteX0" fmla="*/ 0 w 4424680"/>
              <a:gd name="connsiteY0" fmla="*/ 60115 h 421640"/>
              <a:gd name="connsiteX1" fmla="*/ 60115 w 4424680"/>
              <a:gd name="connsiteY1" fmla="*/ 0 h 421640"/>
              <a:gd name="connsiteX2" fmla="*/ 350520 w 4424680"/>
              <a:gd name="connsiteY2" fmla="*/ 0 h 421640"/>
              <a:gd name="connsiteX3" fmla="*/ 4364565 w 4424680"/>
              <a:gd name="connsiteY3" fmla="*/ 0 h 421640"/>
              <a:gd name="connsiteX4" fmla="*/ 4424680 w 4424680"/>
              <a:gd name="connsiteY4" fmla="*/ 60115 h 421640"/>
              <a:gd name="connsiteX5" fmla="*/ 4424680 w 4424680"/>
              <a:gd name="connsiteY5" fmla="*/ 300565 h 421640"/>
              <a:gd name="connsiteX6" fmla="*/ 4364565 w 4424680"/>
              <a:gd name="connsiteY6" fmla="*/ 360680 h 421640"/>
              <a:gd name="connsiteX7" fmla="*/ 330200 w 4424680"/>
              <a:gd name="connsiteY7" fmla="*/ 360680 h 421640"/>
              <a:gd name="connsiteX8" fmla="*/ 60115 w 4424680"/>
              <a:gd name="connsiteY8" fmla="*/ 360680 h 421640"/>
              <a:gd name="connsiteX9" fmla="*/ 0 w 4424680"/>
              <a:gd name="connsiteY9" fmla="*/ 300565 h 421640"/>
              <a:gd name="connsiteX10" fmla="*/ 0 w 4424680"/>
              <a:gd name="connsiteY10" fmla="*/ 60115 h 42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24680" h="421640">
                <a:moveTo>
                  <a:pt x="0" y="60115"/>
                </a:moveTo>
                <a:cubicBezTo>
                  <a:pt x="0" y="26914"/>
                  <a:pt x="26914" y="0"/>
                  <a:pt x="60115" y="0"/>
                </a:cubicBezTo>
                <a:cubicBezTo>
                  <a:pt x="156917" y="0"/>
                  <a:pt x="207998" y="121920"/>
                  <a:pt x="350520" y="0"/>
                </a:cubicBezTo>
                <a:lnTo>
                  <a:pt x="4364565" y="0"/>
                </a:lnTo>
                <a:cubicBezTo>
                  <a:pt x="4397766" y="0"/>
                  <a:pt x="4424680" y="26914"/>
                  <a:pt x="4424680" y="60115"/>
                </a:cubicBezTo>
                <a:lnTo>
                  <a:pt x="4424680" y="300565"/>
                </a:lnTo>
                <a:cubicBezTo>
                  <a:pt x="4424680" y="333766"/>
                  <a:pt x="4397766" y="360680"/>
                  <a:pt x="4364565" y="360680"/>
                </a:cubicBezTo>
                <a:lnTo>
                  <a:pt x="330200" y="360680"/>
                </a:lnTo>
                <a:cubicBezTo>
                  <a:pt x="138572" y="497840"/>
                  <a:pt x="150143" y="360680"/>
                  <a:pt x="60115" y="360680"/>
                </a:cubicBezTo>
                <a:cubicBezTo>
                  <a:pt x="26914" y="360680"/>
                  <a:pt x="0" y="333766"/>
                  <a:pt x="0" y="300565"/>
                </a:cubicBezTo>
                <a:lnTo>
                  <a:pt x="0" y="6011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1200" kern="100" dirty="0">
                <a:cs typeface="Times New Roman" panose="02020603050405020304" pitchFamily="18" charset="0"/>
              </a:rPr>
              <a:t>Statements</a:t>
            </a:r>
            <a:r>
              <a:rPr lang="zh-TW" altLang="en-US" sz="1200" kern="100" dirty="0">
                <a:cs typeface="Times New Roman" panose="02020603050405020304" pitchFamily="18" charset="0"/>
              </a:rPr>
              <a:t>區塊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pSp>
        <p:nvGrpSpPr>
          <p:cNvPr id="86" name="群組 85"/>
          <p:cNvGrpSpPr/>
          <p:nvPr/>
        </p:nvGrpSpPr>
        <p:grpSpPr>
          <a:xfrm>
            <a:off x="2949411" y="3908161"/>
            <a:ext cx="1128375" cy="152442"/>
            <a:chOff x="-754210" y="0"/>
            <a:chExt cx="1207435" cy="238539"/>
          </a:xfrm>
        </p:grpSpPr>
        <p:sp>
          <p:nvSpPr>
            <p:cNvPr id="90" name="圓角矩形 89"/>
            <p:cNvSpPr/>
            <p:nvPr/>
          </p:nvSpPr>
          <p:spPr>
            <a:xfrm>
              <a:off x="-754210" y="0"/>
              <a:ext cx="1207435" cy="238539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63500">
                <a:spcAft>
                  <a:spcPts val="0"/>
                </a:spcAft>
              </a:pPr>
              <a:r>
                <a:rPr lang="zh-TW" altLang="en-US" sz="10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貨斗伺服馬達</a:t>
              </a:r>
              <a:endParaRPr lang="zh-TW" sz="10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91" name="等腰三角形 90"/>
            <p:cNvSpPr/>
            <p:nvPr/>
          </p:nvSpPr>
          <p:spPr>
            <a:xfrm rot="10800000">
              <a:off x="246491" y="71562"/>
              <a:ext cx="174928" cy="143123"/>
            </a:xfrm>
            <a:prstGeom prst="triangl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000"/>
            </a:p>
          </p:txBody>
        </p:sp>
      </p:grpSp>
      <p:grpSp>
        <p:nvGrpSpPr>
          <p:cNvPr id="2" name="群組 1"/>
          <p:cNvGrpSpPr/>
          <p:nvPr/>
        </p:nvGrpSpPr>
        <p:grpSpPr>
          <a:xfrm>
            <a:off x="4077786" y="3867784"/>
            <a:ext cx="2785294" cy="413020"/>
            <a:chOff x="4077786" y="3867784"/>
            <a:chExt cx="2785294" cy="413020"/>
          </a:xfrm>
        </p:grpSpPr>
        <p:sp>
          <p:nvSpPr>
            <p:cNvPr id="85" name="圓角矩形 4"/>
            <p:cNvSpPr/>
            <p:nvPr/>
          </p:nvSpPr>
          <p:spPr>
            <a:xfrm>
              <a:off x="4077786" y="3867784"/>
              <a:ext cx="2785294" cy="413020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421640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207998" y="121920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38572" y="497840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en-US" altLang="zh-TW" sz="10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AI</a:t>
              </a:r>
              <a:r>
                <a:rPr lang="zh-TW" altLang="en-US" sz="10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識別模式切換為</a:t>
              </a:r>
              <a:r>
                <a:rPr lang="en-US" altLang="zh-TW" sz="10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:</a:t>
              </a:r>
              <a:endParaRPr lang="zh-TW" sz="10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92" name="群組 91"/>
            <p:cNvGrpSpPr/>
            <p:nvPr/>
          </p:nvGrpSpPr>
          <p:grpSpPr>
            <a:xfrm>
              <a:off x="5236526" y="3935730"/>
              <a:ext cx="1502997" cy="233257"/>
              <a:chOff x="-1073284" y="0"/>
              <a:chExt cx="1526510" cy="238539"/>
            </a:xfrm>
          </p:grpSpPr>
          <p:sp>
            <p:nvSpPr>
              <p:cNvPr id="93" name="圓角矩形 92"/>
              <p:cNvSpPr/>
              <p:nvPr/>
            </p:nvSpPr>
            <p:spPr>
              <a:xfrm>
                <a:off x="-1073284" y="0"/>
                <a:ext cx="1526510" cy="238539"/>
              </a:xfrm>
              <a:prstGeom prst="round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63500">
                  <a:spcAft>
                    <a:spcPts val="0"/>
                  </a:spcAft>
                </a:pPr>
                <a:r>
                  <a:rPr lang="en-US" altLang="zh-TW" sz="1000" kern="100" dirty="0" err="1">
                    <a:cs typeface="Times New Roman" panose="02020603050405020304" pitchFamily="18" charset="0"/>
                  </a:rPr>
                  <a:t>ALGORITHM_OBJECT</a:t>
                </a:r>
                <a:endParaRPr lang="zh-TW" sz="10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等腰三角形 93"/>
              <p:cNvSpPr/>
              <p:nvPr/>
            </p:nvSpPr>
            <p:spPr>
              <a:xfrm rot="10800000">
                <a:off x="246491" y="71562"/>
                <a:ext cx="174928" cy="143123"/>
              </a:xfrm>
              <a:prstGeom prst="triangle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000"/>
              </a:p>
            </p:txBody>
          </p:sp>
        </p:grpSp>
      </p:grpSp>
      <p:grpSp>
        <p:nvGrpSpPr>
          <p:cNvPr id="101" name="群組 100"/>
          <p:cNvGrpSpPr/>
          <p:nvPr/>
        </p:nvGrpSpPr>
        <p:grpSpPr>
          <a:xfrm>
            <a:off x="3339224" y="3418838"/>
            <a:ext cx="1591630" cy="263525"/>
            <a:chOff x="2203130" y="4497459"/>
            <a:chExt cx="1591630" cy="263525"/>
          </a:xfrm>
        </p:grpSpPr>
        <p:sp>
          <p:nvSpPr>
            <p:cNvPr id="97" name="圓角矩形 48"/>
            <p:cNvSpPr/>
            <p:nvPr/>
          </p:nvSpPr>
          <p:spPr>
            <a:xfrm>
              <a:off x="2203130" y="4497459"/>
              <a:ext cx="1591630" cy="263525"/>
            </a:xfrm>
            <a:custGeom>
              <a:avLst/>
              <a:gdLst>
                <a:gd name="connsiteX0" fmla="*/ 0 w 4506685"/>
                <a:gd name="connsiteY0" fmla="*/ 62594 h 375557"/>
                <a:gd name="connsiteX1" fmla="*/ 62594 w 4506685"/>
                <a:gd name="connsiteY1" fmla="*/ 0 h 375557"/>
                <a:gd name="connsiteX2" fmla="*/ 4444091 w 4506685"/>
                <a:gd name="connsiteY2" fmla="*/ 0 h 375557"/>
                <a:gd name="connsiteX3" fmla="*/ 4506685 w 4506685"/>
                <a:gd name="connsiteY3" fmla="*/ 62594 h 375557"/>
                <a:gd name="connsiteX4" fmla="*/ 4506685 w 4506685"/>
                <a:gd name="connsiteY4" fmla="*/ 312963 h 375557"/>
                <a:gd name="connsiteX5" fmla="*/ 4444091 w 4506685"/>
                <a:gd name="connsiteY5" fmla="*/ 375557 h 375557"/>
                <a:gd name="connsiteX6" fmla="*/ 62594 w 4506685"/>
                <a:gd name="connsiteY6" fmla="*/ 375557 h 375557"/>
                <a:gd name="connsiteX7" fmla="*/ 0 w 4506685"/>
                <a:gd name="connsiteY7" fmla="*/ 312963 h 375557"/>
                <a:gd name="connsiteX8" fmla="*/ 0 w 4506685"/>
                <a:gd name="connsiteY8" fmla="*/ 62594 h 375557"/>
                <a:gd name="connsiteX0" fmla="*/ 0 w 4506685"/>
                <a:gd name="connsiteY0" fmla="*/ 62594 h 375557"/>
                <a:gd name="connsiteX1" fmla="*/ 62594 w 4506685"/>
                <a:gd name="connsiteY1" fmla="*/ 0 h 375557"/>
                <a:gd name="connsiteX2" fmla="*/ 4444091 w 4506685"/>
                <a:gd name="connsiteY2" fmla="*/ 0 h 375557"/>
                <a:gd name="connsiteX3" fmla="*/ 4506685 w 4506685"/>
                <a:gd name="connsiteY3" fmla="*/ 62594 h 375557"/>
                <a:gd name="connsiteX4" fmla="*/ 4506685 w 4506685"/>
                <a:gd name="connsiteY4" fmla="*/ 312963 h 375557"/>
                <a:gd name="connsiteX5" fmla="*/ 4444091 w 4506685"/>
                <a:gd name="connsiteY5" fmla="*/ 375557 h 375557"/>
                <a:gd name="connsiteX6" fmla="*/ 62594 w 4506685"/>
                <a:gd name="connsiteY6" fmla="*/ 375557 h 375557"/>
                <a:gd name="connsiteX7" fmla="*/ 0 w 4506685"/>
                <a:gd name="connsiteY7" fmla="*/ 312963 h 375557"/>
                <a:gd name="connsiteX8" fmla="*/ 5443 w 4506685"/>
                <a:gd name="connsiteY8" fmla="*/ 163286 h 375557"/>
                <a:gd name="connsiteX9" fmla="*/ 0 w 4506685"/>
                <a:gd name="connsiteY9" fmla="*/ 62594 h 375557"/>
                <a:gd name="connsiteX0" fmla="*/ 310249 w 4816934"/>
                <a:gd name="connsiteY0" fmla="*/ 62594 h 375557"/>
                <a:gd name="connsiteX1" fmla="*/ 372843 w 4816934"/>
                <a:gd name="connsiteY1" fmla="*/ 0 h 375557"/>
                <a:gd name="connsiteX2" fmla="*/ 4754340 w 4816934"/>
                <a:gd name="connsiteY2" fmla="*/ 0 h 375557"/>
                <a:gd name="connsiteX3" fmla="*/ 4816934 w 4816934"/>
                <a:gd name="connsiteY3" fmla="*/ 62594 h 375557"/>
                <a:gd name="connsiteX4" fmla="*/ 4816934 w 4816934"/>
                <a:gd name="connsiteY4" fmla="*/ 312963 h 375557"/>
                <a:gd name="connsiteX5" fmla="*/ 4754340 w 4816934"/>
                <a:gd name="connsiteY5" fmla="*/ 375557 h 375557"/>
                <a:gd name="connsiteX6" fmla="*/ 372843 w 4816934"/>
                <a:gd name="connsiteY6" fmla="*/ 375557 h 375557"/>
                <a:gd name="connsiteX7" fmla="*/ 310249 w 4816934"/>
                <a:gd name="connsiteY7" fmla="*/ 312963 h 375557"/>
                <a:gd name="connsiteX8" fmla="*/ 0 w 4816934"/>
                <a:gd name="connsiteY8" fmla="*/ 146945 h 375557"/>
                <a:gd name="connsiteX9" fmla="*/ 310249 w 4816934"/>
                <a:gd name="connsiteY9" fmla="*/ 62594 h 375557"/>
                <a:gd name="connsiteX0" fmla="*/ 310249 w 4816934"/>
                <a:gd name="connsiteY0" fmla="*/ 62594 h 375557"/>
                <a:gd name="connsiteX1" fmla="*/ 372843 w 4816934"/>
                <a:gd name="connsiteY1" fmla="*/ 0 h 375557"/>
                <a:gd name="connsiteX2" fmla="*/ 4754340 w 4816934"/>
                <a:gd name="connsiteY2" fmla="*/ 0 h 375557"/>
                <a:gd name="connsiteX3" fmla="*/ 4816934 w 4816934"/>
                <a:gd name="connsiteY3" fmla="*/ 62594 h 375557"/>
                <a:gd name="connsiteX4" fmla="*/ 4816934 w 4816934"/>
                <a:gd name="connsiteY4" fmla="*/ 312963 h 375557"/>
                <a:gd name="connsiteX5" fmla="*/ 4754340 w 4816934"/>
                <a:gd name="connsiteY5" fmla="*/ 375557 h 375557"/>
                <a:gd name="connsiteX6" fmla="*/ 372843 w 4816934"/>
                <a:gd name="connsiteY6" fmla="*/ 375557 h 375557"/>
                <a:gd name="connsiteX7" fmla="*/ 310249 w 4816934"/>
                <a:gd name="connsiteY7" fmla="*/ 312963 h 375557"/>
                <a:gd name="connsiteX8" fmla="*/ 190500 w 4816934"/>
                <a:gd name="connsiteY8" fmla="*/ 261257 h 375557"/>
                <a:gd name="connsiteX9" fmla="*/ 0 w 4816934"/>
                <a:gd name="connsiteY9" fmla="*/ 146945 h 375557"/>
                <a:gd name="connsiteX10" fmla="*/ 310249 w 4816934"/>
                <a:gd name="connsiteY10" fmla="*/ 62594 h 375557"/>
                <a:gd name="connsiteX0" fmla="*/ 321154 w 4827839"/>
                <a:gd name="connsiteY0" fmla="*/ 62594 h 375557"/>
                <a:gd name="connsiteX1" fmla="*/ 383748 w 4827839"/>
                <a:gd name="connsiteY1" fmla="*/ 0 h 375557"/>
                <a:gd name="connsiteX2" fmla="*/ 4765245 w 4827839"/>
                <a:gd name="connsiteY2" fmla="*/ 0 h 375557"/>
                <a:gd name="connsiteX3" fmla="*/ 4827839 w 4827839"/>
                <a:gd name="connsiteY3" fmla="*/ 62594 h 375557"/>
                <a:gd name="connsiteX4" fmla="*/ 4827839 w 4827839"/>
                <a:gd name="connsiteY4" fmla="*/ 312963 h 375557"/>
                <a:gd name="connsiteX5" fmla="*/ 4765245 w 4827839"/>
                <a:gd name="connsiteY5" fmla="*/ 375557 h 375557"/>
                <a:gd name="connsiteX6" fmla="*/ 383748 w 4827839"/>
                <a:gd name="connsiteY6" fmla="*/ 375557 h 375557"/>
                <a:gd name="connsiteX7" fmla="*/ 321154 w 4827839"/>
                <a:gd name="connsiteY7" fmla="*/ 312963 h 375557"/>
                <a:gd name="connsiteX8" fmla="*/ 0 w 4827839"/>
                <a:gd name="connsiteY8" fmla="*/ 321173 h 375557"/>
                <a:gd name="connsiteX9" fmla="*/ 10905 w 4827839"/>
                <a:gd name="connsiteY9" fmla="*/ 146945 h 375557"/>
                <a:gd name="connsiteX10" fmla="*/ 321154 w 4827839"/>
                <a:gd name="connsiteY10" fmla="*/ 62594 h 375557"/>
                <a:gd name="connsiteX0" fmla="*/ 321154 w 4827839"/>
                <a:gd name="connsiteY0" fmla="*/ 62594 h 375557"/>
                <a:gd name="connsiteX1" fmla="*/ 383748 w 4827839"/>
                <a:gd name="connsiteY1" fmla="*/ 0 h 375557"/>
                <a:gd name="connsiteX2" fmla="*/ 4765245 w 4827839"/>
                <a:gd name="connsiteY2" fmla="*/ 0 h 375557"/>
                <a:gd name="connsiteX3" fmla="*/ 4827839 w 4827839"/>
                <a:gd name="connsiteY3" fmla="*/ 62594 h 375557"/>
                <a:gd name="connsiteX4" fmla="*/ 4827839 w 4827839"/>
                <a:gd name="connsiteY4" fmla="*/ 312963 h 375557"/>
                <a:gd name="connsiteX5" fmla="*/ 4765245 w 4827839"/>
                <a:gd name="connsiteY5" fmla="*/ 375557 h 375557"/>
                <a:gd name="connsiteX6" fmla="*/ 383748 w 4827839"/>
                <a:gd name="connsiteY6" fmla="*/ 375557 h 375557"/>
                <a:gd name="connsiteX7" fmla="*/ 321154 w 4827839"/>
                <a:gd name="connsiteY7" fmla="*/ 312963 h 375557"/>
                <a:gd name="connsiteX8" fmla="*/ 0 w 4827839"/>
                <a:gd name="connsiteY8" fmla="*/ 321173 h 375557"/>
                <a:gd name="connsiteX9" fmla="*/ 38122 w 4827839"/>
                <a:gd name="connsiteY9" fmla="*/ 97924 h 375557"/>
                <a:gd name="connsiteX10" fmla="*/ 321154 w 4827839"/>
                <a:gd name="connsiteY10" fmla="*/ 62594 h 375557"/>
                <a:gd name="connsiteX0" fmla="*/ 283032 w 4789717"/>
                <a:gd name="connsiteY0" fmla="*/ 62594 h 375557"/>
                <a:gd name="connsiteX1" fmla="*/ 345626 w 4789717"/>
                <a:gd name="connsiteY1" fmla="*/ 0 h 375557"/>
                <a:gd name="connsiteX2" fmla="*/ 4727123 w 4789717"/>
                <a:gd name="connsiteY2" fmla="*/ 0 h 375557"/>
                <a:gd name="connsiteX3" fmla="*/ 4789717 w 4789717"/>
                <a:gd name="connsiteY3" fmla="*/ 62594 h 375557"/>
                <a:gd name="connsiteX4" fmla="*/ 4789717 w 4789717"/>
                <a:gd name="connsiteY4" fmla="*/ 312963 h 375557"/>
                <a:gd name="connsiteX5" fmla="*/ 4727123 w 4789717"/>
                <a:gd name="connsiteY5" fmla="*/ 375557 h 375557"/>
                <a:gd name="connsiteX6" fmla="*/ 345626 w 4789717"/>
                <a:gd name="connsiteY6" fmla="*/ 375557 h 375557"/>
                <a:gd name="connsiteX7" fmla="*/ 283032 w 4789717"/>
                <a:gd name="connsiteY7" fmla="*/ 312963 h 375557"/>
                <a:gd name="connsiteX8" fmla="*/ 21756 w 4789717"/>
                <a:gd name="connsiteY8" fmla="*/ 315726 h 375557"/>
                <a:gd name="connsiteX9" fmla="*/ 0 w 4789717"/>
                <a:gd name="connsiteY9" fmla="*/ 97924 h 375557"/>
                <a:gd name="connsiteX10" fmla="*/ 283032 w 4789717"/>
                <a:gd name="connsiteY10" fmla="*/ 62594 h 375557"/>
                <a:gd name="connsiteX0" fmla="*/ 261276 w 4767961"/>
                <a:gd name="connsiteY0" fmla="*/ 62594 h 375557"/>
                <a:gd name="connsiteX1" fmla="*/ 323870 w 4767961"/>
                <a:gd name="connsiteY1" fmla="*/ 0 h 375557"/>
                <a:gd name="connsiteX2" fmla="*/ 4705367 w 4767961"/>
                <a:gd name="connsiteY2" fmla="*/ 0 h 375557"/>
                <a:gd name="connsiteX3" fmla="*/ 4767961 w 4767961"/>
                <a:gd name="connsiteY3" fmla="*/ 62594 h 375557"/>
                <a:gd name="connsiteX4" fmla="*/ 4767961 w 4767961"/>
                <a:gd name="connsiteY4" fmla="*/ 312963 h 375557"/>
                <a:gd name="connsiteX5" fmla="*/ 4705367 w 4767961"/>
                <a:gd name="connsiteY5" fmla="*/ 375557 h 375557"/>
                <a:gd name="connsiteX6" fmla="*/ 323870 w 4767961"/>
                <a:gd name="connsiteY6" fmla="*/ 375557 h 375557"/>
                <a:gd name="connsiteX7" fmla="*/ 261276 w 4767961"/>
                <a:gd name="connsiteY7" fmla="*/ 312963 h 375557"/>
                <a:gd name="connsiteX8" fmla="*/ 0 w 4767961"/>
                <a:gd name="connsiteY8" fmla="*/ 315726 h 375557"/>
                <a:gd name="connsiteX9" fmla="*/ 92557 w 4767961"/>
                <a:gd name="connsiteY9" fmla="*/ 81583 h 375557"/>
                <a:gd name="connsiteX10" fmla="*/ 261276 w 4767961"/>
                <a:gd name="connsiteY10" fmla="*/ 62594 h 375557"/>
                <a:gd name="connsiteX0" fmla="*/ 168719 w 4675404"/>
                <a:gd name="connsiteY0" fmla="*/ 62594 h 375557"/>
                <a:gd name="connsiteX1" fmla="*/ 231313 w 4675404"/>
                <a:gd name="connsiteY1" fmla="*/ 0 h 375557"/>
                <a:gd name="connsiteX2" fmla="*/ 4612810 w 4675404"/>
                <a:gd name="connsiteY2" fmla="*/ 0 h 375557"/>
                <a:gd name="connsiteX3" fmla="*/ 4675404 w 4675404"/>
                <a:gd name="connsiteY3" fmla="*/ 62594 h 375557"/>
                <a:gd name="connsiteX4" fmla="*/ 4675404 w 4675404"/>
                <a:gd name="connsiteY4" fmla="*/ 312963 h 375557"/>
                <a:gd name="connsiteX5" fmla="*/ 4612810 w 4675404"/>
                <a:gd name="connsiteY5" fmla="*/ 375557 h 375557"/>
                <a:gd name="connsiteX6" fmla="*/ 231313 w 4675404"/>
                <a:gd name="connsiteY6" fmla="*/ 375557 h 375557"/>
                <a:gd name="connsiteX7" fmla="*/ 168719 w 4675404"/>
                <a:gd name="connsiteY7" fmla="*/ 312963 h 375557"/>
                <a:gd name="connsiteX8" fmla="*/ 59855 w 4675404"/>
                <a:gd name="connsiteY8" fmla="*/ 315726 h 375557"/>
                <a:gd name="connsiteX9" fmla="*/ 0 w 4675404"/>
                <a:gd name="connsiteY9" fmla="*/ 81583 h 375557"/>
                <a:gd name="connsiteX10" fmla="*/ 168719 w 4675404"/>
                <a:gd name="connsiteY10" fmla="*/ 62594 h 375557"/>
                <a:gd name="connsiteX0" fmla="*/ 119183 w 4625868"/>
                <a:gd name="connsiteY0" fmla="*/ 62594 h 375557"/>
                <a:gd name="connsiteX1" fmla="*/ 181777 w 4625868"/>
                <a:gd name="connsiteY1" fmla="*/ 0 h 375557"/>
                <a:gd name="connsiteX2" fmla="*/ 4563274 w 4625868"/>
                <a:gd name="connsiteY2" fmla="*/ 0 h 375557"/>
                <a:gd name="connsiteX3" fmla="*/ 4625868 w 4625868"/>
                <a:gd name="connsiteY3" fmla="*/ 62594 h 375557"/>
                <a:gd name="connsiteX4" fmla="*/ 4625868 w 4625868"/>
                <a:gd name="connsiteY4" fmla="*/ 312963 h 375557"/>
                <a:gd name="connsiteX5" fmla="*/ 4563274 w 4625868"/>
                <a:gd name="connsiteY5" fmla="*/ 375557 h 375557"/>
                <a:gd name="connsiteX6" fmla="*/ 181777 w 4625868"/>
                <a:gd name="connsiteY6" fmla="*/ 375557 h 375557"/>
                <a:gd name="connsiteX7" fmla="*/ 119183 w 4625868"/>
                <a:gd name="connsiteY7" fmla="*/ 312963 h 375557"/>
                <a:gd name="connsiteX8" fmla="*/ 10319 w 4625868"/>
                <a:gd name="connsiteY8" fmla="*/ 315726 h 375557"/>
                <a:gd name="connsiteX9" fmla="*/ 0 w 4625868"/>
                <a:gd name="connsiteY9" fmla="*/ 77770 h 375557"/>
                <a:gd name="connsiteX10" fmla="*/ 119183 w 4625868"/>
                <a:gd name="connsiteY10" fmla="*/ 62594 h 375557"/>
                <a:gd name="connsiteX0" fmla="*/ 119183 w 4625868"/>
                <a:gd name="connsiteY0" fmla="*/ 127411 h 375557"/>
                <a:gd name="connsiteX1" fmla="*/ 181777 w 4625868"/>
                <a:gd name="connsiteY1" fmla="*/ 0 h 375557"/>
                <a:gd name="connsiteX2" fmla="*/ 4563274 w 4625868"/>
                <a:gd name="connsiteY2" fmla="*/ 0 h 375557"/>
                <a:gd name="connsiteX3" fmla="*/ 4625868 w 4625868"/>
                <a:gd name="connsiteY3" fmla="*/ 62594 h 375557"/>
                <a:gd name="connsiteX4" fmla="*/ 4625868 w 4625868"/>
                <a:gd name="connsiteY4" fmla="*/ 312963 h 375557"/>
                <a:gd name="connsiteX5" fmla="*/ 4563274 w 4625868"/>
                <a:gd name="connsiteY5" fmla="*/ 375557 h 375557"/>
                <a:gd name="connsiteX6" fmla="*/ 181777 w 4625868"/>
                <a:gd name="connsiteY6" fmla="*/ 375557 h 375557"/>
                <a:gd name="connsiteX7" fmla="*/ 119183 w 4625868"/>
                <a:gd name="connsiteY7" fmla="*/ 312963 h 375557"/>
                <a:gd name="connsiteX8" fmla="*/ 10319 w 4625868"/>
                <a:gd name="connsiteY8" fmla="*/ 315726 h 375557"/>
                <a:gd name="connsiteX9" fmla="*/ 0 w 4625868"/>
                <a:gd name="connsiteY9" fmla="*/ 77770 h 375557"/>
                <a:gd name="connsiteX10" fmla="*/ 119183 w 4625868"/>
                <a:gd name="connsiteY10" fmla="*/ 127411 h 375557"/>
                <a:gd name="connsiteX0" fmla="*/ 119183 w 4625868"/>
                <a:gd name="connsiteY0" fmla="*/ 127411 h 375557"/>
                <a:gd name="connsiteX1" fmla="*/ 181777 w 4625868"/>
                <a:gd name="connsiteY1" fmla="*/ 0 h 375557"/>
                <a:gd name="connsiteX2" fmla="*/ 4563274 w 4625868"/>
                <a:gd name="connsiteY2" fmla="*/ 0 h 375557"/>
                <a:gd name="connsiteX3" fmla="*/ 4625868 w 4625868"/>
                <a:gd name="connsiteY3" fmla="*/ 62594 h 375557"/>
                <a:gd name="connsiteX4" fmla="*/ 4625868 w 4625868"/>
                <a:gd name="connsiteY4" fmla="*/ 312963 h 375557"/>
                <a:gd name="connsiteX5" fmla="*/ 4563274 w 4625868"/>
                <a:gd name="connsiteY5" fmla="*/ 375557 h 375557"/>
                <a:gd name="connsiteX6" fmla="*/ 181777 w 4625868"/>
                <a:gd name="connsiteY6" fmla="*/ 375557 h 375557"/>
                <a:gd name="connsiteX7" fmla="*/ 126803 w 4625868"/>
                <a:gd name="connsiteY7" fmla="*/ 240520 h 375557"/>
                <a:gd name="connsiteX8" fmla="*/ 10319 w 4625868"/>
                <a:gd name="connsiteY8" fmla="*/ 315726 h 375557"/>
                <a:gd name="connsiteX9" fmla="*/ 0 w 4625868"/>
                <a:gd name="connsiteY9" fmla="*/ 77770 h 375557"/>
                <a:gd name="connsiteX10" fmla="*/ 119183 w 4625868"/>
                <a:gd name="connsiteY10" fmla="*/ 127411 h 37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625868" h="375557">
                  <a:moveTo>
                    <a:pt x="119183" y="127411"/>
                  </a:moveTo>
                  <a:cubicBezTo>
                    <a:pt x="119183" y="92841"/>
                    <a:pt x="147207" y="0"/>
                    <a:pt x="181777" y="0"/>
                  </a:cubicBezTo>
                  <a:lnTo>
                    <a:pt x="4563274" y="0"/>
                  </a:lnTo>
                  <a:cubicBezTo>
                    <a:pt x="4597844" y="0"/>
                    <a:pt x="4625868" y="28024"/>
                    <a:pt x="4625868" y="62594"/>
                  </a:cubicBezTo>
                  <a:lnTo>
                    <a:pt x="4625868" y="312963"/>
                  </a:lnTo>
                  <a:cubicBezTo>
                    <a:pt x="4625868" y="347533"/>
                    <a:pt x="4597844" y="375557"/>
                    <a:pt x="4563274" y="375557"/>
                  </a:cubicBezTo>
                  <a:lnTo>
                    <a:pt x="181777" y="375557"/>
                  </a:lnTo>
                  <a:cubicBezTo>
                    <a:pt x="147207" y="375557"/>
                    <a:pt x="126803" y="275090"/>
                    <a:pt x="126803" y="240520"/>
                  </a:cubicBezTo>
                  <a:lnTo>
                    <a:pt x="10319" y="315726"/>
                  </a:lnTo>
                  <a:lnTo>
                    <a:pt x="0" y="77770"/>
                  </a:lnTo>
                  <a:lnTo>
                    <a:pt x="119183" y="127411"/>
                  </a:lnTo>
                  <a:close/>
                </a:path>
              </a:pathLst>
            </a:cu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63500">
                <a:spcAft>
                  <a:spcPts val="0"/>
                </a:spcAft>
              </a:pPr>
              <a:r>
                <a:rPr lang="en-US" altLang="zh-TW" sz="10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                     </a:t>
              </a:r>
              <a:r>
                <a:rPr lang="zh-TW" altLang="en-US" sz="1000" kern="1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循跡感測被觸發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98" name="群組 97"/>
            <p:cNvGrpSpPr/>
            <p:nvPr/>
          </p:nvGrpSpPr>
          <p:grpSpPr>
            <a:xfrm>
              <a:off x="2306002" y="4510843"/>
              <a:ext cx="568639" cy="238125"/>
              <a:chOff x="-375357" y="0"/>
              <a:chExt cx="569230" cy="238539"/>
            </a:xfrm>
          </p:grpSpPr>
          <p:sp>
            <p:nvSpPr>
              <p:cNvPr id="99" name="圓角矩形 98"/>
              <p:cNvSpPr/>
              <p:nvPr/>
            </p:nvSpPr>
            <p:spPr>
              <a:xfrm>
                <a:off x="-375357" y="0"/>
                <a:ext cx="569230" cy="238539"/>
              </a:xfrm>
              <a:prstGeom prst="round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76200">
                  <a:spcAft>
                    <a:spcPts val="0"/>
                  </a:spcAft>
                </a:pPr>
                <a:r>
                  <a:rPr lang="zh-TW" altLang="en-US" sz="1050" kern="100" dirty="0"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前方</a:t>
                </a:r>
                <a:endParaRPr lang="zh-TW" sz="105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等腰三角形 99"/>
              <p:cNvSpPr/>
              <p:nvPr/>
            </p:nvSpPr>
            <p:spPr>
              <a:xfrm rot="10800000">
                <a:off x="-12847" y="71562"/>
                <a:ext cx="174928" cy="143123"/>
              </a:xfrm>
              <a:prstGeom prst="triangle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/>
              </a:p>
            </p:txBody>
          </p:sp>
        </p:grpSp>
      </p:grpSp>
      <p:grpSp>
        <p:nvGrpSpPr>
          <p:cNvPr id="110" name="群組 109"/>
          <p:cNvGrpSpPr/>
          <p:nvPr/>
        </p:nvGrpSpPr>
        <p:grpSpPr>
          <a:xfrm>
            <a:off x="4690033" y="4491548"/>
            <a:ext cx="1478357" cy="413020"/>
            <a:chOff x="4690033" y="4491548"/>
            <a:chExt cx="1478357" cy="413020"/>
          </a:xfrm>
        </p:grpSpPr>
        <p:sp>
          <p:nvSpPr>
            <p:cNvPr id="103" name="圓角矩形 4"/>
            <p:cNvSpPr/>
            <p:nvPr/>
          </p:nvSpPr>
          <p:spPr>
            <a:xfrm>
              <a:off x="4690033" y="4491548"/>
              <a:ext cx="1478357" cy="413020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421640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207998" y="121920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38572" y="497840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en-US" sz="1000" kern="1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車頭轉向</a:t>
              </a:r>
              <a:endParaRPr lang="zh-TW" sz="10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104" name="群組 103"/>
            <p:cNvGrpSpPr/>
            <p:nvPr/>
          </p:nvGrpSpPr>
          <p:grpSpPr>
            <a:xfrm>
              <a:off x="5349240" y="4551199"/>
              <a:ext cx="595754" cy="233257"/>
              <a:chOff x="-151849" y="0"/>
              <a:chExt cx="605074" cy="238539"/>
            </a:xfrm>
          </p:grpSpPr>
          <p:sp>
            <p:nvSpPr>
              <p:cNvPr id="108" name="圓角矩形 107"/>
              <p:cNvSpPr/>
              <p:nvPr/>
            </p:nvSpPr>
            <p:spPr>
              <a:xfrm>
                <a:off x="-151849" y="0"/>
                <a:ext cx="605074" cy="238539"/>
              </a:xfrm>
              <a:prstGeom prst="round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63500">
                  <a:spcAft>
                    <a:spcPts val="0"/>
                  </a:spcAft>
                </a:pPr>
                <a:r>
                  <a:rPr lang="zh-TW" altLang="en-US" sz="1000" kern="100" dirty="0"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朝下</a:t>
                </a:r>
                <a:endParaRPr lang="zh-TW" sz="10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等腰三角形 108"/>
              <p:cNvSpPr/>
              <p:nvPr/>
            </p:nvSpPr>
            <p:spPr>
              <a:xfrm rot="10800000">
                <a:off x="246491" y="71562"/>
                <a:ext cx="174928" cy="143123"/>
              </a:xfrm>
              <a:prstGeom prst="triangle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000"/>
              </a:p>
            </p:txBody>
          </p:sp>
        </p:grpSp>
      </p:grpSp>
      <p:sp>
        <p:nvSpPr>
          <p:cNvPr id="111" name="圓角矩形 48"/>
          <p:cNvSpPr/>
          <p:nvPr/>
        </p:nvSpPr>
        <p:spPr>
          <a:xfrm>
            <a:off x="1468986" y="4289971"/>
            <a:ext cx="1515194" cy="263525"/>
          </a:xfrm>
          <a:custGeom>
            <a:avLst/>
            <a:gdLst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0 w 4506685"/>
              <a:gd name="connsiteY8" fmla="*/ 62594 h 375557"/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5443 w 4506685"/>
              <a:gd name="connsiteY8" fmla="*/ 163286 h 375557"/>
              <a:gd name="connsiteX9" fmla="*/ 0 w 4506685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0 w 4816934"/>
              <a:gd name="connsiteY8" fmla="*/ 146945 h 375557"/>
              <a:gd name="connsiteX9" fmla="*/ 310249 w 4816934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190500 w 4816934"/>
              <a:gd name="connsiteY8" fmla="*/ 261257 h 375557"/>
              <a:gd name="connsiteX9" fmla="*/ 0 w 4816934"/>
              <a:gd name="connsiteY9" fmla="*/ 146945 h 375557"/>
              <a:gd name="connsiteX10" fmla="*/ 310249 w 4816934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10905 w 4827839"/>
              <a:gd name="connsiteY9" fmla="*/ 146945 h 375557"/>
              <a:gd name="connsiteX10" fmla="*/ 321154 w 4827839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38122 w 4827839"/>
              <a:gd name="connsiteY9" fmla="*/ 97924 h 375557"/>
              <a:gd name="connsiteX10" fmla="*/ 321154 w 4827839"/>
              <a:gd name="connsiteY10" fmla="*/ 62594 h 375557"/>
              <a:gd name="connsiteX0" fmla="*/ 283032 w 4789717"/>
              <a:gd name="connsiteY0" fmla="*/ 62594 h 375557"/>
              <a:gd name="connsiteX1" fmla="*/ 345626 w 4789717"/>
              <a:gd name="connsiteY1" fmla="*/ 0 h 375557"/>
              <a:gd name="connsiteX2" fmla="*/ 4727123 w 4789717"/>
              <a:gd name="connsiteY2" fmla="*/ 0 h 375557"/>
              <a:gd name="connsiteX3" fmla="*/ 4789717 w 4789717"/>
              <a:gd name="connsiteY3" fmla="*/ 62594 h 375557"/>
              <a:gd name="connsiteX4" fmla="*/ 4789717 w 4789717"/>
              <a:gd name="connsiteY4" fmla="*/ 312963 h 375557"/>
              <a:gd name="connsiteX5" fmla="*/ 4727123 w 4789717"/>
              <a:gd name="connsiteY5" fmla="*/ 375557 h 375557"/>
              <a:gd name="connsiteX6" fmla="*/ 345626 w 4789717"/>
              <a:gd name="connsiteY6" fmla="*/ 375557 h 375557"/>
              <a:gd name="connsiteX7" fmla="*/ 283032 w 4789717"/>
              <a:gd name="connsiteY7" fmla="*/ 312963 h 375557"/>
              <a:gd name="connsiteX8" fmla="*/ 21756 w 4789717"/>
              <a:gd name="connsiteY8" fmla="*/ 315726 h 375557"/>
              <a:gd name="connsiteX9" fmla="*/ 0 w 4789717"/>
              <a:gd name="connsiteY9" fmla="*/ 97924 h 375557"/>
              <a:gd name="connsiteX10" fmla="*/ 283032 w 4789717"/>
              <a:gd name="connsiteY10" fmla="*/ 62594 h 375557"/>
              <a:gd name="connsiteX0" fmla="*/ 261276 w 4767961"/>
              <a:gd name="connsiteY0" fmla="*/ 62594 h 375557"/>
              <a:gd name="connsiteX1" fmla="*/ 323870 w 4767961"/>
              <a:gd name="connsiteY1" fmla="*/ 0 h 375557"/>
              <a:gd name="connsiteX2" fmla="*/ 4705367 w 4767961"/>
              <a:gd name="connsiteY2" fmla="*/ 0 h 375557"/>
              <a:gd name="connsiteX3" fmla="*/ 4767961 w 4767961"/>
              <a:gd name="connsiteY3" fmla="*/ 62594 h 375557"/>
              <a:gd name="connsiteX4" fmla="*/ 4767961 w 4767961"/>
              <a:gd name="connsiteY4" fmla="*/ 312963 h 375557"/>
              <a:gd name="connsiteX5" fmla="*/ 4705367 w 4767961"/>
              <a:gd name="connsiteY5" fmla="*/ 375557 h 375557"/>
              <a:gd name="connsiteX6" fmla="*/ 323870 w 4767961"/>
              <a:gd name="connsiteY6" fmla="*/ 375557 h 375557"/>
              <a:gd name="connsiteX7" fmla="*/ 261276 w 4767961"/>
              <a:gd name="connsiteY7" fmla="*/ 312963 h 375557"/>
              <a:gd name="connsiteX8" fmla="*/ 0 w 4767961"/>
              <a:gd name="connsiteY8" fmla="*/ 315726 h 375557"/>
              <a:gd name="connsiteX9" fmla="*/ 92557 w 4767961"/>
              <a:gd name="connsiteY9" fmla="*/ 81583 h 375557"/>
              <a:gd name="connsiteX10" fmla="*/ 261276 w 4767961"/>
              <a:gd name="connsiteY10" fmla="*/ 62594 h 375557"/>
              <a:gd name="connsiteX0" fmla="*/ 168719 w 4675404"/>
              <a:gd name="connsiteY0" fmla="*/ 62594 h 375557"/>
              <a:gd name="connsiteX1" fmla="*/ 231313 w 4675404"/>
              <a:gd name="connsiteY1" fmla="*/ 0 h 375557"/>
              <a:gd name="connsiteX2" fmla="*/ 4612810 w 4675404"/>
              <a:gd name="connsiteY2" fmla="*/ 0 h 375557"/>
              <a:gd name="connsiteX3" fmla="*/ 4675404 w 4675404"/>
              <a:gd name="connsiteY3" fmla="*/ 62594 h 375557"/>
              <a:gd name="connsiteX4" fmla="*/ 4675404 w 4675404"/>
              <a:gd name="connsiteY4" fmla="*/ 312963 h 375557"/>
              <a:gd name="connsiteX5" fmla="*/ 4612810 w 4675404"/>
              <a:gd name="connsiteY5" fmla="*/ 375557 h 375557"/>
              <a:gd name="connsiteX6" fmla="*/ 231313 w 4675404"/>
              <a:gd name="connsiteY6" fmla="*/ 375557 h 375557"/>
              <a:gd name="connsiteX7" fmla="*/ 168719 w 4675404"/>
              <a:gd name="connsiteY7" fmla="*/ 312963 h 375557"/>
              <a:gd name="connsiteX8" fmla="*/ 59855 w 4675404"/>
              <a:gd name="connsiteY8" fmla="*/ 315726 h 375557"/>
              <a:gd name="connsiteX9" fmla="*/ 0 w 4675404"/>
              <a:gd name="connsiteY9" fmla="*/ 81583 h 375557"/>
              <a:gd name="connsiteX10" fmla="*/ 168719 w 4675404"/>
              <a:gd name="connsiteY10" fmla="*/ 62594 h 375557"/>
              <a:gd name="connsiteX0" fmla="*/ 119183 w 4625868"/>
              <a:gd name="connsiteY0" fmla="*/ 62594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62594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26803 w 4625868"/>
              <a:gd name="connsiteY7" fmla="*/ 240520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25868" h="375557">
                <a:moveTo>
                  <a:pt x="119183" y="127411"/>
                </a:moveTo>
                <a:cubicBezTo>
                  <a:pt x="119183" y="92841"/>
                  <a:pt x="147207" y="0"/>
                  <a:pt x="181777" y="0"/>
                </a:cubicBezTo>
                <a:lnTo>
                  <a:pt x="4563274" y="0"/>
                </a:lnTo>
                <a:cubicBezTo>
                  <a:pt x="4597844" y="0"/>
                  <a:pt x="4625868" y="28024"/>
                  <a:pt x="4625868" y="62594"/>
                </a:cubicBezTo>
                <a:lnTo>
                  <a:pt x="4625868" y="312963"/>
                </a:lnTo>
                <a:cubicBezTo>
                  <a:pt x="4625868" y="347533"/>
                  <a:pt x="4597844" y="375557"/>
                  <a:pt x="4563274" y="375557"/>
                </a:cubicBezTo>
                <a:lnTo>
                  <a:pt x="181777" y="375557"/>
                </a:lnTo>
                <a:cubicBezTo>
                  <a:pt x="147207" y="375557"/>
                  <a:pt x="126803" y="275090"/>
                  <a:pt x="126803" y="240520"/>
                </a:cubicBezTo>
                <a:lnTo>
                  <a:pt x="10319" y="315726"/>
                </a:lnTo>
                <a:lnTo>
                  <a:pt x="0" y="77770"/>
                </a:lnTo>
                <a:lnTo>
                  <a:pt x="119183" y="127411"/>
                </a:lnTo>
                <a:close/>
              </a:path>
            </a:pathLst>
          </a:cu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76200">
              <a:spcAft>
                <a:spcPts val="0"/>
              </a:spcAft>
            </a:pPr>
            <a:r>
              <a:rPr lang="en-US" alt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A*</a:t>
            </a:r>
            <a:r>
              <a:rPr lang="zh-TW" altLang="en-US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演算法有找到路徑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6" name="圓角矩形 4"/>
          <p:cNvSpPr/>
          <p:nvPr/>
        </p:nvSpPr>
        <p:spPr>
          <a:xfrm>
            <a:off x="7250962" y="2012950"/>
            <a:ext cx="2435260" cy="421640"/>
          </a:xfrm>
          <a:custGeom>
            <a:avLst/>
            <a:gdLst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27940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60115 w 4424680"/>
              <a:gd name="connsiteY7" fmla="*/ 421640 h 421640"/>
              <a:gd name="connsiteX8" fmla="*/ 0 w 4424680"/>
              <a:gd name="connsiteY8" fmla="*/ 361525 h 421640"/>
              <a:gd name="connsiteX9" fmla="*/ 0 w 4424680"/>
              <a:gd name="connsiteY9" fmla="*/ 121075 h 42164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330200 w 4424680"/>
              <a:gd name="connsiteY7" fmla="*/ 421640 h 421640"/>
              <a:gd name="connsiteX8" fmla="*/ 60115 w 4424680"/>
              <a:gd name="connsiteY8" fmla="*/ 421640 h 421640"/>
              <a:gd name="connsiteX9" fmla="*/ 0 w 4424680"/>
              <a:gd name="connsiteY9" fmla="*/ 361525 h 421640"/>
              <a:gd name="connsiteX10" fmla="*/ 0 w 4424680"/>
              <a:gd name="connsiteY10" fmla="*/ 121075 h 42164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330200 w 4424680"/>
              <a:gd name="connsiteY7" fmla="*/ 360680 h 360680"/>
              <a:gd name="connsiteX8" fmla="*/ 60115 w 4424680"/>
              <a:gd name="connsiteY8" fmla="*/ 360680 h 360680"/>
              <a:gd name="connsiteX9" fmla="*/ 0 w 4424680"/>
              <a:gd name="connsiteY9" fmla="*/ 300565 h 360680"/>
              <a:gd name="connsiteX10" fmla="*/ 0 w 4424680"/>
              <a:gd name="connsiteY10" fmla="*/ 60115 h 360680"/>
              <a:gd name="connsiteX0" fmla="*/ 0 w 4424680"/>
              <a:gd name="connsiteY0" fmla="*/ 60115 h 421640"/>
              <a:gd name="connsiteX1" fmla="*/ 60115 w 4424680"/>
              <a:gd name="connsiteY1" fmla="*/ 0 h 421640"/>
              <a:gd name="connsiteX2" fmla="*/ 350520 w 4424680"/>
              <a:gd name="connsiteY2" fmla="*/ 0 h 421640"/>
              <a:gd name="connsiteX3" fmla="*/ 4364565 w 4424680"/>
              <a:gd name="connsiteY3" fmla="*/ 0 h 421640"/>
              <a:gd name="connsiteX4" fmla="*/ 4424680 w 4424680"/>
              <a:gd name="connsiteY4" fmla="*/ 60115 h 421640"/>
              <a:gd name="connsiteX5" fmla="*/ 4424680 w 4424680"/>
              <a:gd name="connsiteY5" fmla="*/ 300565 h 421640"/>
              <a:gd name="connsiteX6" fmla="*/ 4364565 w 4424680"/>
              <a:gd name="connsiteY6" fmla="*/ 360680 h 421640"/>
              <a:gd name="connsiteX7" fmla="*/ 330200 w 4424680"/>
              <a:gd name="connsiteY7" fmla="*/ 360680 h 421640"/>
              <a:gd name="connsiteX8" fmla="*/ 60115 w 4424680"/>
              <a:gd name="connsiteY8" fmla="*/ 360680 h 421640"/>
              <a:gd name="connsiteX9" fmla="*/ 0 w 4424680"/>
              <a:gd name="connsiteY9" fmla="*/ 300565 h 421640"/>
              <a:gd name="connsiteX10" fmla="*/ 0 w 4424680"/>
              <a:gd name="connsiteY10" fmla="*/ 60115 h 42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24680" h="421640">
                <a:moveTo>
                  <a:pt x="0" y="60115"/>
                </a:moveTo>
                <a:cubicBezTo>
                  <a:pt x="0" y="26914"/>
                  <a:pt x="26914" y="0"/>
                  <a:pt x="60115" y="0"/>
                </a:cubicBezTo>
                <a:cubicBezTo>
                  <a:pt x="156917" y="0"/>
                  <a:pt x="207998" y="121920"/>
                  <a:pt x="350520" y="0"/>
                </a:cubicBezTo>
                <a:lnTo>
                  <a:pt x="4364565" y="0"/>
                </a:lnTo>
                <a:cubicBezTo>
                  <a:pt x="4397766" y="0"/>
                  <a:pt x="4424680" y="26914"/>
                  <a:pt x="4424680" y="60115"/>
                </a:cubicBezTo>
                <a:lnTo>
                  <a:pt x="4424680" y="300565"/>
                </a:lnTo>
                <a:cubicBezTo>
                  <a:pt x="4424680" y="333766"/>
                  <a:pt x="4397766" y="360680"/>
                  <a:pt x="4364565" y="360680"/>
                </a:cubicBezTo>
                <a:lnTo>
                  <a:pt x="330200" y="360680"/>
                </a:lnTo>
                <a:cubicBezTo>
                  <a:pt x="138572" y="497840"/>
                  <a:pt x="150143" y="360680"/>
                  <a:pt x="60115" y="360680"/>
                </a:cubicBezTo>
                <a:cubicBezTo>
                  <a:pt x="26914" y="360680"/>
                  <a:pt x="0" y="333766"/>
                  <a:pt x="0" y="300565"/>
                </a:cubicBezTo>
                <a:lnTo>
                  <a:pt x="0" y="6011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1200" kern="100" dirty="0">
                <a:solidFill>
                  <a:srgbClr val="FFFFFF"/>
                </a:solidFill>
                <a:cs typeface="Times New Roman" panose="02020603050405020304" pitchFamily="18" charset="0"/>
              </a:rPr>
              <a:t>AI</a:t>
            </a:r>
            <a:r>
              <a:rPr lang="zh-TW" altLang="en-US" sz="1200" kern="100" dirty="0">
                <a:solidFill>
                  <a:srgbClr val="FFFFFF"/>
                </a:solidFill>
                <a:cs typeface="Times New Roman" panose="02020603050405020304" pitchFamily="18" charset="0"/>
              </a:rPr>
              <a:t>鏡頭朝向</a:t>
            </a:r>
            <a:r>
              <a:rPr lang="en-US" altLang="zh-TW" sz="1200" kern="100" dirty="0">
                <a:solidFill>
                  <a:srgbClr val="FFFFFF"/>
                </a:solidFill>
                <a:cs typeface="Times New Roman" panose="02020603050405020304" pitchFamily="18" charset="0"/>
              </a:rPr>
              <a:t>,</a:t>
            </a:r>
            <a:r>
              <a:rPr lang="zh-TW" altLang="en-US" sz="1200" kern="100" dirty="0">
                <a:solidFill>
                  <a:srgbClr val="FFFFFF"/>
                </a:solidFill>
                <a:cs typeface="Times New Roman" panose="02020603050405020304" pitchFamily="18" charset="0"/>
              </a:rPr>
              <a:t>準備人臉識別收貨人</a:t>
            </a:r>
            <a:endParaRPr lang="zh-TW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7" name="圓角矩形 48"/>
          <p:cNvSpPr/>
          <p:nvPr/>
        </p:nvSpPr>
        <p:spPr>
          <a:xfrm>
            <a:off x="7005552" y="3012977"/>
            <a:ext cx="1086888" cy="263525"/>
          </a:xfrm>
          <a:custGeom>
            <a:avLst/>
            <a:gdLst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0 w 4506685"/>
              <a:gd name="connsiteY8" fmla="*/ 62594 h 375557"/>
              <a:gd name="connsiteX0" fmla="*/ 0 w 4506685"/>
              <a:gd name="connsiteY0" fmla="*/ 62594 h 375557"/>
              <a:gd name="connsiteX1" fmla="*/ 62594 w 4506685"/>
              <a:gd name="connsiteY1" fmla="*/ 0 h 375557"/>
              <a:gd name="connsiteX2" fmla="*/ 4444091 w 4506685"/>
              <a:gd name="connsiteY2" fmla="*/ 0 h 375557"/>
              <a:gd name="connsiteX3" fmla="*/ 4506685 w 4506685"/>
              <a:gd name="connsiteY3" fmla="*/ 62594 h 375557"/>
              <a:gd name="connsiteX4" fmla="*/ 4506685 w 4506685"/>
              <a:gd name="connsiteY4" fmla="*/ 312963 h 375557"/>
              <a:gd name="connsiteX5" fmla="*/ 4444091 w 4506685"/>
              <a:gd name="connsiteY5" fmla="*/ 375557 h 375557"/>
              <a:gd name="connsiteX6" fmla="*/ 62594 w 4506685"/>
              <a:gd name="connsiteY6" fmla="*/ 375557 h 375557"/>
              <a:gd name="connsiteX7" fmla="*/ 0 w 4506685"/>
              <a:gd name="connsiteY7" fmla="*/ 312963 h 375557"/>
              <a:gd name="connsiteX8" fmla="*/ 5443 w 4506685"/>
              <a:gd name="connsiteY8" fmla="*/ 163286 h 375557"/>
              <a:gd name="connsiteX9" fmla="*/ 0 w 4506685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0 w 4816934"/>
              <a:gd name="connsiteY8" fmla="*/ 146945 h 375557"/>
              <a:gd name="connsiteX9" fmla="*/ 310249 w 4816934"/>
              <a:gd name="connsiteY9" fmla="*/ 62594 h 375557"/>
              <a:gd name="connsiteX0" fmla="*/ 310249 w 4816934"/>
              <a:gd name="connsiteY0" fmla="*/ 62594 h 375557"/>
              <a:gd name="connsiteX1" fmla="*/ 372843 w 4816934"/>
              <a:gd name="connsiteY1" fmla="*/ 0 h 375557"/>
              <a:gd name="connsiteX2" fmla="*/ 4754340 w 4816934"/>
              <a:gd name="connsiteY2" fmla="*/ 0 h 375557"/>
              <a:gd name="connsiteX3" fmla="*/ 4816934 w 4816934"/>
              <a:gd name="connsiteY3" fmla="*/ 62594 h 375557"/>
              <a:gd name="connsiteX4" fmla="*/ 4816934 w 4816934"/>
              <a:gd name="connsiteY4" fmla="*/ 312963 h 375557"/>
              <a:gd name="connsiteX5" fmla="*/ 4754340 w 4816934"/>
              <a:gd name="connsiteY5" fmla="*/ 375557 h 375557"/>
              <a:gd name="connsiteX6" fmla="*/ 372843 w 4816934"/>
              <a:gd name="connsiteY6" fmla="*/ 375557 h 375557"/>
              <a:gd name="connsiteX7" fmla="*/ 310249 w 4816934"/>
              <a:gd name="connsiteY7" fmla="*/ 312963 h 375557"/>
              <a:gd name="connsiteX8" fmla="*/ 190500 w 4816934"/>
              <a:gd name="connsiteY8" fmla="*/ 261257 h 375557"/>
              <a:gd name="connsiteX9" fmla="*/ 0 w 4816934"/>
              <a:gd name="connsiteY9" fmla="*/ 146945 h 375557"/>
              <a:gd name="connsiteX10" fmla="*/ 310249 w 4816934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10905 w 4827839"/>
              <a:gd name="connsiteY9" fmla="*/ 146945 h 375557"/>
              <a:gd name="connsiteX10" fmla="*/ 321154 w 4827839"/>
              <a:gd name="connsiteY10" fmla="*/ 62594 h 375557"/>
              <a:gd name="connsiteX0" fmla="*/ 321154 w 4827839"/>
              <a:gd name="connsiteY0" fmla="*/ 62594 h 375557"/>
              <a:gd name="connsiteX1" fmla="*/ 383748 w 4827839"/>
              <a:gd name="connsiteY1" fmla="*/ 0 h 375557"/>
              <a:gd name="connsiteX2" fmla="*/ 4765245 w 4827839"/>
              <a:gd name="connsiteY2" fmla="*/ 0 h 375557"/>
              <a:gd name="connsiteX3" fmla="*/ 4827839 w 4827839"/>
              <a:gd name="connsiteY3" fmla="*/ 62594 h 375557"/>
              <a:gd name="connsiteX4" fmla="*/ 4827839 w 4827839"/>
              <a:gd name="connsiteY4" fmla="*/ 312963 h 375557"/>
              <a:gd name="connsiteX5" fmla="*/ 4765245 w 4827839"/>
              <a:gd name="connsiteY5" fmla="*/ 375557 h 375557"/>
              <a:gd name="connsiteX6" fmla="*/ 383748 w 4827839"/>
              <a:gd name="connsiteY6" fmla="*/ 375557 h 375557"/>
              <a:gd name="connsiteX7" fmla="*/ 321154 w 4827839"/>
              <a:gd name="connsiteY7" fmla="*/ 312963 h 375557"/>
              <a:gd name="connsiteX8" fmla="*/ 0 w 4827839"/>
              <a:gd name="connsiteY8" fmla="*/ 321173 h 375557"/>
              <a:gd name="connsiteX9" fmla="*/ 38122 w 4827839"/>
              <a:gd name="connsiteY9" fmla="*/ 97924 h 375557"/>
              <a:gd name="connsiteX10" fmla="*/ 321154 w 4827839"/>
              <a:gd name="connsiteY10" fmla="*/ 62594 h 375557"/>
              <a:gd name="connsiteX0" fmla="*/ 283032 w 4789717"/>
              <a:gd name="connsiteY0" fmla="*/ 62594 h 375557"/>
              <a:gd name="connsiteX1" fmla="*/ 345626 w 4789717"/>
              <a:gd name="connsiteY1" fmla="*/ 0 h 375557"/>
              <a:gd name="connsiteX2" fmla="*/ 4727123 w 4789717"/>
              <a:gd name="connsiteY2" fmla="*/ 0 h 375557"/>
              <a:gd name="connsiteX3" fmla="*/ 4789717 w 4789717"/>
              <a:gd name="connsiteY3" fmla="*/ 62594 h 375557"/>
              <a:gd name="connsiteX4" fmla="*/ 4789717 w 4789717"/>
              <a:gd name="connsiteY4" fmla="*/ 312963 h 375557"/>
              <a:gd name="connsiteX5" fmla="*/ 4727123 w 4789717"/>
              <a:gd name="connsiteY5" fmla="*/ 375557 h 375557"/>
              <a:gd name="connsiteX6" fmla="*/ 345626 w 4789717"/>
              <a:gd name="connsiteY6" fmla="*/ 375557 h 375557"/>
              <a:gd name="connsiteX7" fmla="*/ 283032 w 4789717"/>
              <a:gd name="connsiteY7" fmla="*/ 312963 h 375557"/>
              <a:gd name="connsiteX8" fmla="*/ 21756 w 4789717"/>
              <a:gd name="connsiteY8" fmla="*/ 315726 h 375557"/>
              <a:gd name="connsiteX9" fmla="*/ 0 w 4789717"/>
              <a:gd name="connsiteY9" fmla="*/ 97924 h 375557"/>
              <a:gd name="connsiteX10" fmla="*/ 283032 w 4789717"/>
              <a:gd name="connsiteY10" fmla="*/ 62594 h 375557"/>
              <a:gd name="connsiteX0" fmla="*/ 261276 w 4767961"/>
              <a:gd name="connsiteY0" fmla="*/ 62594 h 375557"/>
              <a:gd name="connsiteX1" fmla="*/ 323870 w 4767961"/>
              <a:gd name="connsiteY1" fmla="*/ 0 h 375557"/>
              <a:gd name="connsiteX2" fmla="*/ 4705367 w 4767961"/>
              <a:gd name="connsiteY2" fmla="*/ 0 h 375557"/>
              <a:gd name="connsiteX3" fmla="*/ 4767961 w 4767961"/>
              <a:gd name="connsiteY3" fmla="*/ 62594 h 375557"/>
              <a:gd name="connsiteX4" fmla="*/ 4767961 w 4767961"/>
              <a:gd name="connsiteY4" fmla="*/ 312963 h 375557"/>
              <a:gd name="connsiteX5" fmla="*/ 4705367 w 4767961"/>
              <a:gd name="connsiteY5" fmla="*/ 375557 h 375557"/>
              <a:gd name="connsiteX6" fmla="*/ 323870 w 4767961"/>
              <a:gd name="connsiteY6" fmla="*/ 375557 h 375557"/>
              <a:gd name="connsiteX7" fmla="*/ 261276 w 4767961"/>
              <a:gd name="connsiteY7" fmla="*/ 312963 h 375557"/>
              <a:gd name="connsiteX8" fmla="*/ 0 w 4767961"/>
              <a:gd name="connsiteY8" fmla="*/ 315726 h 375557"/>
              <a:gd name="connsiteX9" fmla="*/ 92557 w 4767961"/>
              <a:gd name="connsiteY9" fmla="*/ 81583 h 375557"/>
              <a:gd name="connsiteX10" fmla="*/ 261276 w 4767961"/>
              <a:gd name="connsiteY10" fmla="*/ 62594 h 375557"/>
              <a:gd name="connsiteX0" fmla="*/ 168719 w 4675404"/>
              <a:gd name="connsiteY0" fmla="*/ 62594 h 375557"/>
              <a:gd name="connsiteX1" fmla="*/ 231313 w 4675404"/>
              <a:gd name="connsiteY1" fmla="*/ 0 h 375557"/>
              <a:gd name="connsiteX2" fmla="*/ 4612810 w 4675404"/>
              <a:gd name="connsiteY2" fmla="*/ 0 h 375557"/>
              <a:gd name="connsiteX3" fmla="*/ 4675404 w 4675404"/>
              <a:gd name="connsiteY3" fmla="*/ 62594 h 375557"/>
              <a:gd name="connsiteX4" fmla="*/ 4675404 w 4675404"/>
              <a:gd name="connsiteY4" fmla="*/ 312963 h 375557"/>
              <a:gd name="connsiteX5" fmla="*/ 4612810 w 4675404"/>
              <a:gd name="connsiteY5" fmla="*/ 375557 h 375557"/>
              <a:gd name="connsiteX6" fmla="*/ 231313 w 4675404"/>
              <a:gd name="connsiteY6" fmla="*/ 375557 h 375557"/>
              <a:gd name="connsiteX7" fmla="*/ 168719 w 4675404"/>
              <a:gd name="connsiteY7" fmla="*/ 312963 h 375557"/>
              <a:gd name="connsiteX8" fmla="*/ 59855 w 4675404"/>
              <a:gd name="connsiteY8" fmla="*/ 315726 h 375557"/>
              <a:gd name="connsiteX9" fmla="*/ 0 w 4675404"/>
              <a:gd name="connsiteY9" fmla="*/ 81583 h 375557"/>
              <a:gd name="connsiteX10" fmla="*/ 168719 w 4675404"/>
              <a:gd name="connsiteY10" fmla="*/ 62594 h 375557"/>
              <a:gd name="connsiteX0" fmla="*/ 119183 w 4625868"/>
              <a:gd name="connsiteY0" fmla="*/ 62594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62594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19183 w 4625868"/>
              <a:gd name="connsiteY7" fmla="*/ 312963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  <a:gd name="connsiteX0" fmla="*/ 119183 w 4625868"/>
              <a:gd name="connsiteY0" fmla="*/ 127411 h 375557"/>
              <a:gd name="connsiteX1" fmla="*/ 181777 w 4625868"/>
              <a:gd name="connsiteY1" fmla="*/ 0 h 375557"/>
              <a:gd name="connsiteX2" fmla="*/ 4563274 w 4625868"/>
              <a:gd name="connsiteY2" fmla="*/ 0 h 375557"/>
              <a:gd name="connsiteX3" fmla="*/ 4625868 w 4625868"/>
              <a:gd name="connsiteY3" fmla="*/ 62594 h 375557"/>
              <a:gd name="connsiteX4" fmla="*/ 4625868 w 4625868"/>
              <a:gd name="connsiteY4" fmla="*/ 312963 h 375557"/>
              <a:gd name="connsiteX5" fmla="*/ 4563274 w 4625868"/>
              <a:gd name="connsiteY5" fmla="*/ 375557 h 375557"/>
              <a:gd name="connsiteX6" fmla="*/ 181777 w 4625868"/>
              <a:gd name="connsiteY6" fmla="*/ 375557 h 375557"/>
              <a:gd name="connsiteX7" fmla="*/ 126803 w 4625868"/>
              <a:gd name="connsiteY7" fmla="*/ 240520 h 375557"/>
              <a:gd name="connsiteX8" fmla="*/ 10319 w 4625868"/>
              <a:gd name="connsiteY8" fmla="*/ 315726 h 375557"/>
              <a:gd name="connsiteX9" fmla="*/ 0 w 4625868"/>
              <a:gd name="connsiteY9" fmla="*/ 77770 h 375557"/>
              <a:gd name="connsiteX10" fmla="*/ 119183 w 4625868"/>
              <a:gd name="connsiteY10" fmla="*/ 127411 h 375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25868" h="375557">
                <a:moveTo>
                  <a:pt x="119183" y="127411"/>
                </a:moveTo>
                <a:cubicBezTo>
                  <a:pt x="119183" y="92841"/>
                  <a:pt x="147207" y="0"/>
                  <a:pt x="181777" y="0"/>
                </a:cubicBezTo>
                <a:lnTo>
                  <a:pt x="4563274" y="0"/>
                </a:lnTo>
                <a:cubicBezTo>
                  <a:pt x="4597844" y="0"/>
                  <a:pt x="4625868" y="28024"/>
                  <a:pt x="4625868" y="62594"/>
                </a:cubicBezTo>
                <a:lnTo>
                  <a:pt x="4625868" y="312963"/>
                </a:lnTo>
                <a:cubicBezTo>
                  <a:pt x="4625868" y="347533"/>
                  <a:pt x="4597844" y="375557"/>
                  <a:pt x="4563274" y="375557"/>
                </a:cubicBezTo>
                <a:lnTo>
                  <a:pt x="181777" y="375557"/>
                </a:lnTo>
                <a:cubicBezTo>
                  <a:pt x="147207" y="375557"/>
                  <a:pt x="126803" y="275090"/>
                  <a:pt x="126803" y="240520"/>
                </a:cubicBezTo>
                <a:lnTo>
                  <a:pt x="10319" y="315726"/>
                </a:lnTo>
                <a:lnTo>
                  <a:pt x="0" y="77770"/>
                </a:lnTo>
                <a:lnTo>
                  <a:pt x="119183" y="127411"/>
                </a:lnTo>
                <a:close/>
              </a:path>
            </a:pathLst>
          </a:cu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73025">
              <a:spcAft>
                <a:spcPts val="0"/>
              </a:spcAft>
            </a:pPr>
            <a:r>
              <a:rPr lang="zh-TW" altLang="en-US" sz="120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rPr>
              <a:t>取得按鍵值</a:t>
            </a:r>
            <a:endParaRPr lang="zh-TW" sz="120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  <p:grpSp>
        <p:nvGrpSpPr>
          <p:cNvPr id="58" name="群組 57"/>
          <p:cNvGrpSpPr/>
          <p:nvPr/>
        </p:nvGrpSpPr>
        <p:grpSpPr>
          <a:xfrm>
            <a:off x="6739522" y="4667827"/>
            <a:ext cx="1617078" cy="412750"/>
            <a:chOff x="-250803" y="0"/>
            <a:chExt cx="1617162" cy="413020"/>
          </a:xfrm>
        </p:grpSpPr>
        <p:sp>
          <p:nvSpPr>
            <p:cNvPr id="68" name="圓角矩形 4"/>
            <p:cNvSpPr/>
            <p:nvPr/>
          </p:nvSpPr>
          <p:spPr>
            <a:xfrm>
              <a:off x="-250803" y="0"/>
              <a:ext cx="1617162" cy="413020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421640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207998" y="121920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38572" y="497840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zh-TW" sz="100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車子執行</a:t>
              </a:r>
              <a:endParaRPr lang="zh-TW" sz="120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grpSp>
          <p:nvGrpSpPr>
            <p:cNvPr id="69" name="群組 68"/>
            <p:cNvGrpSpPr/>
            <p:nvPr/>
          </p:nvGrpSpPr>
          <p:grpSpPr>
            <a:xfrm>
              <a:off x="408438" y="59651"/>
              <a:ext cx="846523" cy="233257"/>
              <a:chOff x="404515" y="59651"/>
              <a:chExt cx="859766" cy="238539"/>
            </a:xfrm>
          </p:grpSpPr>
          <p:sp>
            <p:nvSpPr>
              <p:cNvPr id="70" name="圓角矩形 69"/>
              <p:cNvSpPr/>
              <p:nvPr/>
            </p:nvSpPr>
            <p:spPr>
              <a:xfrm>
                <a:off x="404515" y="59651"/>
                <a:ext cx="859766" cy="238539"/>
              </a:xfrm>
              <a:prstGeom prst="round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64135">
                  <a:spcAft>
                    <a:spcPts val="0"/>
                  </a:spcAft>
                </a:pPr>
                <a:r>
                  <a:rPr lang="zh-TW" altLang="en-US" sz="1000" dirty="0">
                    <a:solidFill>
                      <a:srgbClr val="000000"/>
                    </a:solidFill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對角右進</a:t>
                </a:r>
                <a:endParaRPr lang="zh-TW" sz="1200" dirty="0">
                  <a:effectLst/>
                  <a:latin typeface="新細明體" panose="02020500000000000000" pitchFamily="18" charset="-120"/>
                  <a:ea typeface="新細明體" panose="02020500000000000000" pitchFamily="18" charset="-120"/>
                  <a:cs typeface="新細明體" panose="02020500000000000000" pitchFamily="18" charset="-120"/>
                </a:endParaRPr>
              </a:p>
            </p:txBody>
          </p:sp>
          <p:sp>
            <p:nvSpPr>
              <p:cNvPr id="75" name="等腰三角形 74"/>
              <p:cNvSpPr/>
              <p:nvPr/>
            </p:nvSpPr>
            <p:spPr>
              <a:xfrm rot="10800000">
                <a:off x="1057547" y="131213"/>
                <a:ext cx="174928" cy="143123"/>
              </a:xfrm>
              <a:prstGeom prst="triangle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/>
              </a:p>
            </p:txBody>
          </p:sp>
        </p:grpSp>
      </p:grpSp>
      <p:grpSp>
        <p:nvGrpSpPr>
          <p:cNvPr id="3" name="群組 2"/>
          <p:cNvGrpSpPr/>
          <p:nvPr/>
        </p:nvGrpSpPr>
        <p:grpSpPr>
          <a:xfrm>
            <a:off x="3084004" y="4409684"/>
            <a:ext cx="800584" cy="266700"/>
            <a:chOff x="3084004" y="4409684"/>
            <a:chExt cx="800584" cy="266700"/>
          </a:xfrm>
        </p:grpSpPr>
        <p:sp>
          <p:nvSpPr>
            <p:cNvPr id="78" name="圓角矩形 4"/>
            <p:cNvSpPr/>
            <p:nvPr/>
          </p:nvSpPr>
          <p:spPr>
            <a:xfrm>
              <a:off x="3084004" y="4409684"/>
              <a:ext cx="800584" cy="266700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421640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207998" y="121920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38572" y="497840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en-US" sz="1200" kern="1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觸發值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79" name="手繪多邊形: 圖案 10"/>
            <p:cNvSpPr/>
            <p:nvPr/>
          </p:nvSpPr>
          <p:spPr>
            <a:xfrm>
              <a:off x="3592480" y="4449054"/>
              <a:ext cx="219078" cy="175260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 algn="ctr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1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群組 3"/>
          <p:cNvGrpSpPr/>
          <p:nvPr/>
        </p:nvGrpSpPr>
        <p:grpSpPr>
          <a:xfrm>
            <a:off x="2593654" y="1343880"/>
            <a:ext cx="3320024" cy="413020"/>
            <a:chOff x="2593654" y="1343880"/>
            <a:chExt cx="3320024" cy="413020"/>
          </a:xfrm>
        </p:grpSpPr>
        <p:sp>
          <p:nvSpPr>
            <p:cNvPr id="84" name="圓角矩形 4"/>
            <p:cNvSpPr/>
            <p:nvPr/>
          </p:nvSpPr>
          <p:spPr>
            <a:xfrm>
              <a:off x="2593654" y="1343880"/>
              <a:ext cx="3320024" cy="413020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421640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207998" y="121920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38572" y="497840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en-US" sz="1000" kern="1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讀取</a:t>
              </a:r>
              <a:r>
                <a:rPr lang="en-US" altLang="zh-TW" sz="1000" kern="1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Google</a:t>
              </a:r>
              <a:r>
                <a:rPr lang="zh-TW" altLang="en-US" sz="1000" kern="100" dirty="0">
                  <a:ea typeface="新細明體" panose="02020500000000000000" pitchFamily="18" charset="-120"/>
                  <a:cs typeface="Times New Roman" panose="02020603050405020304" pitchFamily="18" charset="0"/>
                </a:rPr>
                <a:t>試算表                欄位為                             的資料</a:t>
              </a:r>
              <a:endParaRPr lang="zh-TW" sz="10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95" name="手繪多邊形: 圖案 10"/>
            <p:cNvSpPr/>
            <p:nvPr/>
          </p:nvSpPr>
          <p:spPr>
            <a:xfrm>
              <a:off x="3705295" y="1459902"/>
              <a:ext cx="396875" cy="180975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“A“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96" name="手繪多邊形: 圖案 10"/>
            <p:cNvSpPr/>
            <p:nvPr/>
          </p:nvSpPr>
          <p:spPr>
            <a:xfrm>
              <a:off x="4533979" y="1463204"/>
              <a:ext cx="757349" cy="177673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“</a:t>
              </a:r>
              <a:r>
                <a:rPr lang="zh-TW" altLang="en-US" sz="1200" kern="100" dirty="0">
                  <a:solidFill>
                    <a:srgbClr val="FFFFFF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陳大春</a:t>
              </a: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“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05" name="圓角矩形 4"/>
          <p:cNvSpPr/>
          <p:nvPr/>
        </p:nvSpPr>
        <p:spPr>
          <a:xfrm>
            <a:off x="6429321" y="1388428"/>
            <a:ext cx="2785294" cy="395614"/>
          </a:xfrm>
          <a:custGeom>
            <a:avLst/>
            <a:gdLst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27940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60115 w 4424680"/>
              <a:gd name="connsiteY7" fmla="*/ 421640 h 421640"/>
              <a:gd name="connsiteX8" fmla="*/ 0 w 4424680"/>
              <a:gd name="connsiteY8" fmla="*/ 361525 h 421640"/>
              <a:gd name="connsiteX9" fmla="*/ 0 w 4424680"/>
              <a:gd name="connsiteY9" fmla="*/ 121075 h 42164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330200 w 4424680"/>
              <a:gd name="connsiteY7" fmla="*/ 421640 h 421640"/>
              <a:gd name="connsiteX8" fmla="*/ 60115 w 4424680"/>
              <a:gd name="connsiteY8" fmla="*/ 421640 h 421640"/>
              <a:gd name="connsiteX9" fmla="*/ 0 w 4424680"/>
              <a:gd name="connsiteY9" fmla="*/ 361525 h 421640"/>
              <a:gd name="connsiteX10" fmla="*/ 0 w 4424680"/>
              <a:gd name="connsiteY10" fmla="*/ 121075 h 42164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330200 w 4424680"/>
              <a:gd name="connsiteY7" fmla="*/ 360680 h 360680"/>
              <a:gd name="connsiteX8" fmla="*/ 60115 w 4424680"/>
              <a:gd name="connsiteY8" fmla="*/ 360680 h 360680"/>
              <a:gd name="connsiteX9" fmla="*/ 0 w 4424680"/>
              <a:gd name="connsiteY9" fmla="*/ 300565 h 360680"/>
              <a:gd name="connsiteX10" fmla="*/ 0 w 4424680"/>
              <a:gd name="connsiteY10" fmla="*/ 60115 h 360680"/>
              <a:gd name="connsiteX0" fmla="*/ 0 w 4424680"/>
              <a:gd name="connsiteY0" fmla="*/ 60115 h 421640"/>
              <a:gd name="connsiteX1" fmla="*/ 60115 w 4424680"/>
              <a:gd name="connsiteY1" fmla="*/ 0 h 421640"/>
              <a:gd name="connsiteX2" fmla="*/ 350520 w 4424680"/>
              <a:gd name="connsiteY2" fmla="*/ 0 h 421640"/>
              <a:gd name="connsiteX3" fmla="*/ 4364565 w 4424680"/>
              <a:gd name="connsiteY3" fmla="*/ 0 h 421640"/>
              <a:gd name="connsiteX4" fmla="*/ 4424680 w 4424680"/>
              <a:gd name="connsiteY4" fmla="*/ 60115 h 421640"/>
              <a:gd name="connsiteX5" fmla="*/ 4424680 w 4424680"/>
              <a:gd name="connsiteY5" fmla="*/ 300565 h 421640"/>
              <a:gd name="connsiteX6" fmla="*/ 4364565 w 4424680"/>
              <a:gd name="connsiteY6" fmla="*/ 360680 h 421640"/>
              <a:gd name="connsiteX7" fmla="*/ 330200 w 4424680"/>
              <a:gd name="connsiteY7" fmla="*/ 360680 h 421640"/>
              <a:gd name="connsiteX8" fmla="*/ 60115 w 4424680"/>
              <a:gd name="connsiteY8" fmla="*/ 360680 h 421640"/>
              <a:gd name="connsiteX9" fmla="*/ 0 w 4424680"/>
              <a:gd name="connsiteY9" fmla="*/ 300565 h 421640"/>
              <a:gd name="connsiteX10" fmla="*/ 0 w 4424680"/>
              <a:gd name="connsiteY10" fmla="*/ 60115 h 42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24680" h="421640">
                <a:moveTo>
                  <a:pt x="0" y="60115"/>
                </a:moveTo>
                <a:cubicBezTo>
                  <a:pt x="0" y="26914"/>
                  <a:pt x="26914" y="0"/>
                  <a:pt x="60115" y="0"/>
                </a:cubicBezTo>
                <a:cubicBezTo>
                  <a:pt x="156917" y="0"/>
                  <a:pt x="207998" y="121920"/>
                  <a:pt x="350520" y="0"/>
                </a:cubicBezTo>
                <a:lnTo>
                  <a:pt x="4364565" y="0"/>
                </a:lnTo>
                <a:cubicBezTo>
                  <a:pt x="4397766" y="0"/>
                  <a:pt x="4424680" y="26914"/>
                  <a:pt x="4424680" y="60115"/>
                </a:cubicBezTo>
                <a:lnTo>
                  <a:pt x="4424680" y="300565"/>
                </a:lnTo>
                <a:cubicBezTo>
                  <a:pt x="4424680" y="333766"/>
                  <a:pt x="4397766" y="360680"/>
                  <a:pt x="4364565" y="360680"/>
                </a:cubicBezTo>
                <a:lnTo>
                  <a:pt x="330200" y="360680"/>
                </a:lnTo>
                <a:cubicBezTo>
                  <a:pt x="138572" y="497840"/>
                  <a:pt x="150143" y="360680"/>
                  <a:pt x="60115" y="360680"/>
                </a:cubicBezTo>
                <a:cubicBezTo>
                  <a:pt x="26914" y="360680"/>
                  <a:pt x="0" y="333766"/>
                  <a:pt x="0" y="300565"/>
                </a:cubicBezTo>
                <a:lnTo>
                  <a:pt x="0" y="6011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10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AI</a:t>
            </a:r>
            <a:r>
              <a:rPr lang="zh-TW" altLang="en-US" sz="10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識別模式切換為</a:t>
            </a:r>
            <a:r>
              <a:rPr lang="en-US" altLang="zh-TW" sz="10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:</a:t>
            </a:r>
            <a:endParaRPr lang="zh-TW" sz="10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13" name="圓角矩形 4"/>
          <p:cNvSpPr/>
          <p:nvPr/>
        </p:nvSpPr>
        <p:spPr>
          <a:xfrm>
            <a:off x="3416039" y="5049002"/>
            <a:ext cx="1478357" cy="395614"/>
          </a:xfrm>
          <a:custGeom>
            <a:avLst/>
            <a:gdLst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27940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60115 w 4424680"/>
              <a:gd name="connsiteY7" fmla="*/ 421640 h 421640"/>
              <a:gd name="connsiteX8" fmla="*/ 0 w 4424680"/>
              <a:gd name="connsiteY8" fmla="*/ 361525 h 421640"/>
              <a:gd name="connsiteX9" fmla="*/ 0 w 4424680"/>
              <a:gd name="connsiteY9" fmla="*/ 121075 h 42164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330200 w 4424680"/>
              <a:gd name="connsiteY7" fmla="*/ 421640 h 421640"/>
              <a:gd name="connsiteX8" fmla="*/ 60115 w 4424680"/>
              <a:gd name="connsiteY8" fmla="*/ 421640 h 421640"/>
              <a:gd name="connsiteX9" fmla="*/ 0 w 4424680"/>
              <a:gd name="connsiteY9" fmla="*/ 361525 h 421640"/>
              <a:gd name="connsiteX10" fmla="*/ 0 w 4424680"/>
              <a:gd name="connsiteY10" fmla="*/ 121075 h 42164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330200 w 4424680"/>
              <a:gd name="connsiteY7" fmla="*/ 360680 h 360680"/>
              <a:gd name="connsiteX8" fmla="*/ 60115 w 4424680"/>
              <a:gd name="connsiteY8" fmla="*/ 360680 h 360680"/>
              <a:gd name="connsiteX9" fmla="*/ 0 w 4424680"/>
              <a:gd name="connsiteY9" fmla="*/ 300565 h 360680"/>
              <a:gd name="connsiteX10" fmla="*/ 0 w 4424680"/>
              <a:gd name="connsiteY10" fmla="*/ 60115 h 360680"/>
              <a:gd name="connsiteX0" fmla="*/ 0 w 4424680"/>
              <a:gd name="connsiteY0" fmla="*/ 60115 h 421640"/>
              <a:gd name="connsiteX1" fmla="*/ 60115 w 4424680"/>
              <a:gd name="connsiteY1" fmla="*/ 0 h 421640"/>
              <a:gd name="connsiteX2" fmla="*/ 350520 w 4424680"/>
              <a:gd name="connsiteY2" fmla="*/ 0 h 421640"/>
              <a:gd name="connsiteX3" fmla="*/ 4364565 w 4424680"/>
              <a:gd name="connsiteY3" fmla="*/ 0 h 421640"/>
              <a:gd name="connsiteX4" fmla="*/ 4424680 w 4424680"/>
              <a:gd name="connsiteY4" fmla="*/ 60115 h 421640"/>
              <a:gd name="connsiteX5" fmla="*/ 4424680 w 4424680"/>
              <a:gd name="connsiteY5" fmla="*/ 300565 h 421640"/>
              <a:gd name="connsiteX6" fmla="*/ 4364565 w 4424680"/>
              <a:gd name="connsiteY6" fmla="*/ 360680 h 421640"/>
              <a:gd name="connsiteX7" fmla="*/ 330200 w 4424680"/>
              <a:gd name="connsiteY7" fmla="*/ 360680 h 421640"/>
              <a:gd name="connsiteX8" fmla="*/ 60115 w 4424680"/>
              <a:gd name="connsiteY8" fmla="*/ 360680 h 421640"/>
              <a:gd name="connsiteX9" fmla="*/ 0 w 4424680"/>
              <a:gd name="connsiteY9" fmla="*/ 300565 h 421640"/>
              <a:gd name="connsiteX10" fmla="*/ 0 w 4424680"/>
              <a:gd name="connsiteY10" fmla="*/ 60115 h 42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24680" h="421640">
                <a:moveTo>
                  <a:pt x="0" y="60115"/>
                </a:moveTo>
                <a:cubicBezTo>
                  <a:pt x="0" y="26914"/>
                  <a:pt x="26914" y="0"/>
                  <a:pt x="60115" y="0"/>
                </a:cubicBezTo>
                <a:cubicBezTo>
                  <a:pt x="156917" y="0"/>
                  <a:pt x="207998" y="121920"/>
                  <a:pt x="350520" y="0"/>
                </a:cubicBezTo>
                <a:lnTo>
                  <a:pt x="4364565" y="0"/>
                </a:lnTo>
                <a:cubicBezTo>
                  <a:pt x="4397766" y="0"/>
                  <a:pt x="4424680" y="26914"/>
                  <a:pt x="4424680" y="60115"/>
                </a:cubicBezTo>
                <a:lnTo>
                  <a:pt x="4424680" y="300565"/>
                </a:lnTo>
                <a:cubicBezTo>
                  <a:pt x="4424680" y="333766"/>
                  <a:pt x="4397766" y="360680"/>
                  <a:pt x="4364565" y="360680"/>
                </a:cubicBezTo>
                <a:lnTo>
                  <a:pt x="330200" y="360680"/>
                </a:lnTo>
                <a:cubicBezTo>
                  <a:pt x="138572" y="497840"/>
                  <a:pt x="150143" y="360680"/>
                  <a:pt x="60115" y="360680"/>
                </a:cubicBezTo>
                <a:cubicBezTo>
                  <a:pt x="26914" y="360680"/>
                  <a:pt x="0" y="333766"/>
                  <a:pt x="0" y="300565"/>
                </a:cubicBezTo>
                <a:lnTo>
                  <a:pt x="0" y="6011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1000" kern="10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I2C</a:t>
            </a:r>
            <a:r>
              <a:rPr lang="zh-TW" altLang="en-US" sz="1000" kern="10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的</a:t>
            </a:r>
            <a:r>
              <a:rPr lang="en-US" altLang="zh-TW" sz="1000" kern="10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4x4</a:t>
            </a:r>
            <a:r>
              <a:rPr lang="zh-TW" altLang="en-US" sz="1000" kern="10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鍵盤 </a:t>
            </a:r>
            <a:r>
              <a:rPr lang="en-US" altLang="zh-TW" sz="1000" kern="10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Loop</a:t>
            </a:r>
            <a:r>
              <a:rPr lang="zh-TW" altLang="en-US" sz="1000" kern="10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區</a:t>
            </a:r>
            <a:endParaRPr lang="zh-TW" sz="10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657FB28A-AD22-40A1-8C2B-781BEABE24EA}"/>
              </a:ext>
            </a:extLst>
          </p:cNvPr>
          <p:cNvGrpSpPr/>
          <p:nvPr/>
        </p:nvGrpSpPr>
        <p:grpSpPr>
          <a:xfrm>
            <a:off x="2446242" y="1969175"/>
            <a:ext cx="883189" cy="263525"/>
            <a:chOff x="2446242" y="1969175"/>
            <a:chExt cx="883189" cy="263525"/>
          </a:xfrm>
        </p:grpSpPr>
        <p:sp>
          <p:nvSpPr>
            <p:cNvPr id="80" name="圓角矩形 48">
              <a:extLst>
                <a:ext uri="{FF2B5EF4-FFF2-40B4-BE49-F238E27FC236}">
                  <a16:creationId xmlns:a16="http://schemas.microsoft.com/office/drawing/2014/main" id="{8E9195B3-C462-4D6E-BE7A-CB5032C12816}"/>
                </a:ext>
              </a:extLst>
            </p:cNvPr>
            <p:cNvSpPr/>
            <p:nvPr/>
          </p:nvSpPr>
          <p:spPr>
            <a:xfrm>
              <a:off x="2446242" y="1969175"/>
              <a:ext cx="883189" cy="263525"/>
            </a:xfrm>
            <a:custGeom>
              <a:avLst/>
              <a:gdLst>
                <a:gd name="connsiteX0" fmla="*/ 0 w 4506685"/>
                <a:gd name="connsiteY0" fmla="*/ 62594 h 375557"/>
                <a:gd name="connsiteX1" fmla="*/ 62594 w 4506685"/>
                <a:gd name="connsiteY1" fmla="*/ 0 h 375557"/>
                <a:gd name="connsiteX2" fmla="*/ 4444091 w 4506685"/>
                <a:gd name="connsiteY2" fmla="*/ 0 h 375557"/>
                <a:gd name="connsiteX3" fmla="*/ 4506685 w 4506685"/>
                <a:gd name="connsiteY3" fmla="*/ 62594 h 375557"/>
                <a:gd name="connsiteX4" fmla="*/ 4506685 w 4506685"/>
                <a:gd name="connsiteY4" fmla="*/ 312963 h 375557"/>
                <a:gd name="connsiteX5" fmla="*/ 4444091 w 4506685"/>
                <a:gd name="connsiteY5" fmla="*/ 375557 h 375557"/>
                <a:gd name="connsiteX6" fmla="*/ 62594 w 4506685"/>
                <a:gd name="connsiteY6" fmla="*/ 375557 h 375557"/>
                <a:gd name="connsiteX7" fmla="*/ 0 w 4506685"/>
                <a:gd name="connsiteY7" fmla="*/ 312963 h 375557"/>
                <a:gd name="connsiteX8" fmla="*/ 0 w 4506685"/>
                <a:gd name="connsiteY8" fmla="*/ 62594 h 375557"/>
                <a:gd name="connsiteX0" fmla="*/ 0 w 4506685"/>
                <a:gd name="connsiteY0" fmla="*/ 62594 h 375557"/>
                <a:gd name="connsiteX1" fmla="*/ 62594 w 4506685"/>
                <a:gd name="connsiteY1" fmla="*/ 0 h 375557"/>
                <a:gd name="connsiteX2" fmla="*/ 4444091 w 4506685"/>
                <a:gd name="connsiteY2" fmla="*/ 0 h 375557"/>
                <a:gd name="connsiteX3" fmla="*/ 4506685 w 4506685"/>
                <a:gd name="connsiteY3" fmla="*/ 62594 h 375557"/>
                <a:gd name="connsiteX4" fmla="*/ 4506685 w 4506685"/>
                <a:gd name="connsiteY4" fmla="*/ 312963 h 375557"/>
                <a:gd name="connsiteX5" fmla="*/ 4444091 w 4506685"/>
                <a:gd name="connsiteY5" fmla="*/ 375557 h 375557"/>
                <a:gd name="connsiteX6" fmla="*/ 62594 w 4506685"/>
                <a:gd name="connsiteY6" fmla="*/ 375557 h 375557"/>
                <a:gd name="connsiteX7" fmla="*/ 0 w 4506685"/>
                <a:gd name="connsiteY7" fmla="*/ 312963 h 375557"/>
                <a:gd name="connsiteX8" fmla="*/ 5443 w 4506685"/>
                <a:gd name="connsiteY8" fmla="*/ 163286 h 375557"/>
                <a:gd name="connsiteX9" fmla="*/ 0 w 4506685"/>
                <a:gd name="connsiteY9" fmla="*/ 62594 h 375557"/>
                <a:gd name="connsiteX0" fmla="*/ 310249 w 4816934"/>
                <a:gd name="connsiteY0" fmla="*/ 62594 h 375557"/>
                <a:gd name="connsiteX1" fmla="*/ 372843 w 4816934"/>
                <a:gd name="connsiteY1" fmla="*/ 0 h 375557"/>
                <a:gd name="connsiteX2" fmla="*/ 4754340 w 4816934"/>
                <a:gd name="connsiteY2" fmla="*/ 0 h 375557"/>
                <a:gd name="connsiteX3" fmla="*/ 4816934 w 4816934"/>
                <a:gd name="connsiteY3" fmla="*/ 62594 h 375557"/>
                <a:gd name="connsiteX4" fmla="*/ 4816934 w 4816934"/>
                <a:gd name="connsiteY4" fmla="*/ 312963 h 375557"/>
                <a:gd name="connsiteX5" fmla="*/ 4754340 w 4816934"/>
                <a:gd name="connsiteY5" fmla="*/ 375557 h 375557"/>
                <a:gd name="connsiteX6" fmla="*/ 372843 w 4816934"/>
                <a:gd name="connsiteY6" fmla="*/ 375557 h 375557"/>
                <a:gd name="connsiteX7" fmla="*/ 310249 w 4816934"/>
                <a:gd name="connsiteY7" fmla="*/ 312963 h 375557"/>
                <a:gd name="connsiteX8" fmla="*/ 0 w 4816934"/>
                <a:gd name="connsiteY8" fmla="*/ 146945 h 375557"/>
                <a:gd name="connsiteX9" fmla="*/ 310249 w 4816934"/>
                <a:gd name="connsiteY9" fmla="*/ 62594 h 375557"/>
                <a:gd name="connsiteX0" fmla="*/ 310249 w 4816934"/>
                <a:gd name="connsiteY0" fmla="*/ 62594 h 375557"/>
                <a:gd name="connsiteX1" fmla="*/ 372843 w 4816934"/>
                <a:gd name="connsiteY1" fmla="*/ 0 h 375557"/>
                <a:gd name="connsiteX2" fmla="*/ 4754340 w 4816934"/>
                <a:gd name="connsiteY2" fmla="*/ 0 h 375557"/>
                <a:gd name="connsiteX3" fmla="*/ 4816934 w 4816934"/>
                <a:gd name="connsiteY3" fmla="*/ 62594 h 375557"/>
                <a:gd name="connsiteX4" fmla="*/ 4816934 w 4816934"/>
                <a:gd name="connsiteY4" fmla="*/ 312963 h 375557"/>
                <a:gd name="connsiteX5" fmla="*/ 4754340 w 4816934"/>
                <a:gd name="connsiteY5" fmla="*/ 375557 h 375557"/>
                <a:gd name="connsiteX6" fmla="*/ 372843 w 4816934"/>
                <a:gd name="connsiteY6" fmla="*/ 375557 h 375557"/>
                <a:gd name="connsiteX7" fmla="*/ 310249 w 4816934"/>
                <a:gd name="connsiteY7" fmla="*/ 312963 h 375557"/>
                <a:gd name="connsiteX8" fmla="*/ 190500 w 4816934"/>
                <a:gd name="connsiteY8" fmla="*/ 261257 h 375557"/>
                <a:gd name="connsiteX9" fmla="*/ 0 w 4816934"/>
                <a:gd name="connsiteY9" fmla="*/ 146945 h 375557"/>
                <a:gd name="connsiteX10" fmla="*/ 310249 w 4816934"/>
                <a:gd name="connsiteY10" fmla="*/ 62594 h 375557"/>
                <a:gd name="connsiteX0" fmla="*/ 321154 w 4827839"/>
                <a:gd name="connsiteY0" fmla="*/ 62594 h 375557"/>
                <a:gd name="connsiteX1" fmla="*/ 383748 w 4827839"/>
                <a:gd name="connsiteY1" fmla="*/ 0 h 375557"/>
                <a:gd name="connsiteX2" fmla="*/ 4765245 w 4827839"/>
                <a:gd name="connsiteY2" fmla="*/ 0 h 375557"/>
                <a:gd name="connsiteX3" fmla="*/ 4827839 w 4827839"/>
                <a:gd name="connsiteY3" fmla="*/ 62594 h 375557"/>
                <a:gd name="connsiteX4" fmla="*/ 4827839 w 4827839"/>
                <a:gd name="connsiteY4" fmla="*/ 312963 h 375557"/>
                <a:gd name="connsiteX5" fmla="*/ 4765245 w 4827839"/>
                <a:gd name="connsiteY5" fmla="*/ 375557 h 375557"/>
                <a:gd name="connsiteX6" fmla="*/ 383748 w 4827839"/>
                <a:gd name="connsiteY6" fmla="*/ 375557 h 375557"/>
                <a:gd name="connsiteX7" fmla="*/ 321154 w 4827839"/>
                <a:gd name="connsiteY7" fmla="*/ 312963 h 375557"/>
                <a:gd name="connsiteX8" fmla="*/ 0 w 4827839"/>
                <a:gd name="connsiteY8" fmla="*/ 321173 h 375557"/>
                <a:gd name="connsiteX9" fmla="*/ 10905 w 4827839"/>
                <a:gd name="connsiteY9" fmla="*/ 146945 h 375557"/>
                <a:gd name="connsiteX10" fmla="*/ 321154 w 4827839"/>
                <a:gd name="connsiteY10" fmla="*/ 62594 h 375557"/>
                <a:gd name="connsiteX0" fmla="*/ 321154 w 4827839"/>
                <a:gd name="connsiteY0" fmla="*/ 62594 h 375557"/>
                <a:gd name="connsiteX1" fmla="*/ 383748 w 4827839"/>
                <a:gd name="connsiteY1" fmla="*/ 0 h 375557"/>
                <a:gd name="connsiteX2" fmla="*/ 4765245 w 4827839"/>
                <a:gd name="connsiteY2" fmla="*/ 0 h 375557"/>
                <a:gd name="connsiteX3" fmla="*/ 4827839 w 4827839"/>
                <a:gd name="connsiteY3" fmla="*/ 62594 h 375557"/>
                <a:gd name="connsiteX4" fmla="*/ 4827839 w 4827839"/>
                <a:gd name="connsiteY4" fmla="*/ 312963 h 375557"/>
                <a:gd name="connsiteX5" fmla="*/ 4765245 w 4827839"/>
                <a:gd name="connsiteY5" fmla="*/ 375557 h 375557"/>
                <a:gd name="connsiteX6" fmla="*/ 383748 w 4827839"/>
                <a:gd name="connsiteY6" fmla="*/ 375557 h 375557"/>
                <a:gd name="connsiteX7" fmla="*/ 321154 w 4827839"/>
                <a:gd name="connsiteY7" fmla="*/ 312963 h 375557"/>
                <a:gd name="connsiteX8" fmla="*/ 0 w 4827839"/>
                <a:gd name="connsiteY8" fmla="*/ 321173 h 375557"/>
                <a:gd name="connsiteX9" fmla="*/ 38122 w 4827839"/>
                <a:gd name="connsiteY9" fmla="*/ 97924 h 375557"/>
                <a:gd name="connsiteX10" fmla="*/ 321154 w 4827839"/>
                <a:gd name="connsiteY10" fmla="*/ 62594 h 375557"/>
                <a:gd name="connsiteX0" fmla="*/ 283032 w 4789717"/>
                <a:gd name="connsiteY0" fmla="*/ 62594 h 375557"/>
                <a:gd name="connsiteX1" fmla="*/ 345626 w 4789717"/>
                <a:gd name="connsiteY1" fmla="*/ 0 h 375557"/>
                <a:gd name="connsiteX2" fmla="*/ 4727123 w 4789717"/>
                <a:gd name="connsiteY2" fmla="*/ 0 h 375557"/>
                <a:gd name="connsiteX3" fmla="*/ 4789717 w 4789717"/>
                <a:gd name="connsiteY3" fmla="*/ 62594 h 375557"/>
                <a:gd name="connsiteX4" fmla="*/ 4789717 w 4789717"/>
                <a:gd name="connsiteY4" fmla="*/ 312963 h 375557"/>
                <a:gd name="connsiteX5" fmla="*/ 4727123 w 4789717"/>
                <a:gd name="connsiteY5" fmla="*/ 375557 h 375557"/>
                <a:gd name="connsiteX6" fmla="*/ 345626 w 4789717"/>
                <a:gd name="connsiteY6" fmla="*/ 375557 h 375557"/>
                <a:gd name="connsiteX7" fmla="*/ 283032 w 4789717"/>
                <a:gd name="connsiteY7" fmla="*/ 312963 h 375557"/>
                <a:gd name="connsiteX8" fmla="*/ 21756 w 4789717"/>
                <a:gd name="connsiteY8" fmla="*/ 315726 h 375557"/>
                <a:gd name="connsiteX9" fmla="*/ 0 w 4789717"/>
                <a:gd name="connsiteY9" fmla="*/ 97924 h 375557"/>
                <a:gd name="connsiteX10" fmla="*/ 283032 w 4789717"/>
                <a:gd name="connsiteY10" fmla="*/ 62594 h 375557"/>
                <a:gd name="connsiteX0" fmla="*/ 261276 w 4767961"/>
                <a:gd name="connsiteY0" fmla="*/ 62594 h 375557"/>
                <a:gd name="connsiteX1" fmla="*/ 323870 w 4767961"/>
                <a:gd name="connsiteY1" fmla="*/ 0 h 375557"/>
                <a:gd name="connsiteX2" fmla="*/ 4705367 w 4767961"/>
                <a:gd name="connsiteY2" fmla="*/ 0 h 375557"/>
                <a:gd name="connsiteX3" fmla="*/ 4767961 w 4767961"/>
                <a:gd name="connsiteY3" fmla="*/ 62594 h 375557"/>
                <a:gd name="connsiteX4" fmla="*/ 4767961 w 4767961"/>
                <a:gd name="connsiteY4" fmla="*/ 312963 h 375557"/>
                <a:gd name="connsiteX5" fmla="*/ 4705367 w 4767961"/>
                <a:gd name="connsiteY5" fmla="*/ 375557 h 375557"/>
                <a:gd name="connsiteX6" fmla="*/ 323870 w 4767961"/>
                <a:gd name="connsiteY6" fmla="*/ 375557 h 375557"/>
                <a:gd name="connsiteX7" fmla="*/ 261276 w 4767961"/>
                <a:gd name="connsiteY7" fmla="*/ 312963 h 375557"/>
                <a:gd name="connsiteX8" fmla="*/ 0 w 4767961"/>
                <a:gd name="connsiteY8" fmla="*/ 315726 h 375557"/>
                <a:gd name="connsiteX9" fmla="*/ 92557 w 4767961"/>
                <a:gd name="connsiteY9" fmla="*/ 81583 h 375557"/>
                <a:gd name="connsiteX10" fmla="*/ 261276 w 4767961"/>
                <a:gd name="connsiteY10" fmla="*/ 62594 h 375557"/>
                <a:gd name="connsiteX0" fmla="*/ 168719 w 4675404"/>
                <a:gd name="connsiteY0" fmla="*/ 62594 h 375557"/>
                <a:gd name="connsiteX1" fmla="*/ 231313 w 4675404"/>
                <a:gd name="connsiteY1" fmla="*/ 0 h 375557"/>
                <a:gd name="connsiteX2" fmla="*/ 4612810 w 4675404"/>
                <a:gd name="connsiteY2" fmla="*/ 0 h 375557"/>
                <a:gd name="connsiteX3" fmla="*/ 4675404 w 4675404"/>
                <a:gd name="connsiteY3" fmla="*/ 62594 h 375557"/>
                <a:gd name="connsiteX4" fmla="*/ 4675404 w 4675404"/>
                <a:gd name="connsiteY4" fmla="*/ 312963 h 375557"/>
                <a:gd name="connsiteX5" fmla="*/ 4612810 w 4675404"/>
                <a:gd name="connsiteY5" fmla="*/ 375557 h 375557"/>
                <a:gd name="connsiteX6" fmla="*/ 231313 w 4675404"/>
                <a:gd name="connsiteY6" fmla="*/ 375557 h 375557"/>
                <a:gd name="connsiteX7" fmla="*/ 168719 w 4675404"/>
                <a:gd name="connsiteY7" fmla="*/ 312963 h 375557"/>
                <a:gd name="connsiteX8" fmla="*/ 59855 w 4675404"/>
                <a:gd name="connsiteY8" fmla="*/ 315726 h 375557"/>
                <a:gd name="connsiteX9" fmla="*/ 0 w 4675404"/>
                <a:gd name="connsiteY9" fmla="*/ 81583 h 375557"/>
                <a:gd name="connsiteX10" fmla="*/ 168719 w 4675404"/>
                <a:gd name="connsiteY10" fmla="*/ 62594 h 375557"/>
                <a:gd name="connsiteX0" fmla="*/ 119183 w 4625868"/>
                <a:gd name="connsiteY0" fmla="*/ 62594 h 375557"/>
                <a:gd name="connsiteX1" fmla="*/ 181777 w 4625868"/>
                <a:gd name="connsiteY1" fmla="*/ 0 h 375557"/>
                <a:gd name="connsiteX2" fmla="*/ 4563274 w 4625868"/>
                <a:gd name="connsiteY2" fmla="*/ 0 h 375557"/>
                <a:gd name="connsiteX3" fmla="*/ 4625868 w 4625868"/>
                <a:gd name="connsiteY3" fmla="*/ 62594 h 375557"/>
                <a:gd name="connsiteX4" fmla="*/ 4625868 w 4625868"/>
                <a:gd name="connsiteY4" fmla="*/ 312963 h 375557"/>
                <a:gd name="connsiteX5" fmla="*/ 4563274 w 4625868"/>
                <a:gd name="connsiteY5" fmla="*/ 375557 h 375557"/>
                <a:gd name="connsiteX6" fmla="*/ 181777 w 4625868"/>
                <a:gd name="connsiteY6" fmla="*/ 375557 h 375557"/>
                <a:gd name="connsiteX7" fmla="*/ 119183 w 4625868"/>
                <a:gd name="connsiteY7" fmla="*/ 312963 h 375557"/>
                <a:gd name="connsiteX8" fmla="*/ 10319 w 4625868"/>
                <a:gd name="connsiteY8" fmla="*/ 315726 h 375557"/>
                <a:gd name="connsiteX9" fmla="*/ 0 w 4625868"/>
                <a:gd name="connsiteY9" fmla="*/ 77770 h 375557"/>
                <a:gd name="connsiteX10" fmla="*/ 119183 w 4625868"/>
                <a:gd name="connsiteY10" fmla="*/ 62594 h 375557"/>
                <a:gd name="connsiteX0" fmla="*/ 119183 w 4625868"/>
                <a:gd name="connsiteY0" fmla="*/ 127411 h 375557"/>
                <a:gd name="connsiteX1" fmla="*/ 181777 w 4625868"/>
                <a:gd name="connsiteY1" fmla="*/ 0 h 375557"/>
                <a:gd name="connsiteX2" fmla="*/ 4563274 w 4625868"/>
                <a:gd name="connsiteY2" fmla="*/ 0 h 375557"/>
                <a:gd name="connsiteX3" fmla="*/ 4625868 w 4625868"/>
                <a:gd name="connsiteY3" fmla="*/ 62594 h 375557"/>
                <a:gd name="connsiteX4" fmla="*/ 4625868 w 4625868"/>
                <a:gd name="connsiteY4" fmla="*/ 312963 h 375557"/>
                <a:gd name="connsiteX5" fmla="*/ 4563274 w 4625868"/>
                <a:gd name="connsiteY5" fmla="*/ 375557 h 375557"/>
                <a:gd name="connsiteX6" fmla="*/ 181777 w 4625868"/>
                <a:gd name="connsiteY6" fmla="*/ 375557 h 375557"/>
                <a:gd name="connsiteX7" fmla="*/ 119183 w 4625868"/>
                <a:gd name="connsiteY7" fmla="*/ 312963 h 375557"/>
                <a:gd name="connsiteX8" fmla="*/ 10319 w 4625868"/>
                <a:gd name="connsiteY8" fmla="*/ 315726 h 375557"/>
                <a:gd name="connsiteX9" fmla="*/ 0 w 4625868"/>
                <a:gd name="connsiteY9" fmla="*/ 77770 h 375557"/>
                <a:gd name="connsiteX10" fmla="*/ 119183 w 4625868"/>
                <a:gd name="connsiteY10" fmla="*/ 127411 h 375557"/>
                <a:gd name="connsiteX0" fmla="*/ 119183 w 4625868"/>
                <a:gd name="connsiteY0" fmla="*/ 127411 h 375557"/>
                <a:gd name="connsiteX1" fmla="*/ 181777 w 4625868"/>
                <a:gd name="connsiteY1" fmla="*/ 0 h 375557"/>
                <a:gd name="connsiteX2" fmla="*/ 4563274 w 4625868"/>
                <a:gd name="connsiteY2" fmla="*/ 0 h 375557"/>
                <a:gd name="connsiteX3" fmla="*/ 4625868 w 4625868"/>
                <a:gd name="connsiteY3" fmla="*/ 62594 h 375557"/>
                <a:gd name="connsiteX4" fmla="*/ 4625868 w 4625868"/>
                <a:gd name="connsiteY4" fmla="*/ 312963 h 375557"/>
                <a:gd name="connsiteX5" fmla="*/ 4563274 w 4625868"/>
                <a:gd name="connsiteY5" fmla="*/ 375557 h 375557"/>
                <a:gd name="connsiteX6" fmla="*/ 181777 w 4625868"/>
                <a:gd name="connsiteY6" fmla="*/ 375557 h 375557"/>
                <a:gd name="connsiteX7" fmla="*/ 126803 w 4625868"/>
                <a:gd name="connsiteY7" fmla="*/ 240520 h 375557"/>
                <a:gd name="connsiteX8" fmla="*/ 10319 w 4625868"/>
                <a:gd name="connsiteY8" fmla="*/ 315726 h 375557"/>
                <a:gd name="connsiteX9" fmla="*/ 0 w 4625868"/>
                <a:gd name="connsiteY9" fmla="*/ 77770 h 375557"/>
                <a:gd name="connsiteX10" fmla="*/ 119183 w 4625868"/>
                <a:gd name="connsiteY10" fmla="*/ 127411 h 37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625868" h="375557">
                  <a:moveTo>
                    <a:pt x="119183" y="127411"/>
                  </a:moveTo>
                  <a:cubicBezTo>
                    <a:pt x="119183" y="92841"/>
                    <a:pt x="147207" y="0"/>
                    <a:pt x="181777" y="0"/>
                  </a:cubicBezTo>
                  <a:lnTo>
                    <a:pt x="4563274" y="0"/>
                  </a:lnTo>
                  <a:cubicBezTo>
                    <a:pt x="4597844" y="0"/>
                    <a:pt x="4625868" y="28024"/>
                    <a:pt x="4625868" y="62594"/>
                  </a:cubicBezTo>
                  <a:lnTo>
                    <a:pt x="4625868" y="312963"/>
                  </a:lnTo>
                  <a:cubicBezTo>
                    <a:pt x="4625868" y="347533"/>
                    <a:pt x="4597844" y="375557"/>
                    <a:pt x="4563274" y="375557"/>
                  </a:cubicBezTo>
                  <a:lnTo>
                    <a:pt x="181777" y="375557"/>
                  </a:lnTo>
                  <a:cubicBezTo>
                    <a:pt x="147207" y="375557"/>
                    <a:pt x="126803" y="275090"/>
                    <a:pt x="126803" y="240520"/>
                  </a:cubicBezTo>
                  <a:lnTo>
                    <a:pt x="10319" y="315726"/>
                  </a:lnTo>
                  <a:lnTo>
                    <a:pt x="0" y="77770"/>
                  </a:lnTo>
                  <a:lnTo>
                    <a:pt x="119183" y="127411"/>
                  </a:lnTo>
                  <a:close/>
                </a:path>
              </a:pathLst>
            </a:cu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63500">
                <a:spcAft>
                  <a:spcPts val="0"/>
                </a:spcAft>
              </a:pPr>
              <a:r>
                <a:rPr lang="zh-TW" altLang="en-US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腳位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87" name="手繪多邊形: 圖案 10">
              <a:extLst>
                <a:ext uri="{FF2B5EF4-FFF2-40B4-BE49-F238E27FC236}">
                  <a16:creationId xmlns:a16="http://schemas.microsoft.com/office/drawing/2014/main" id="{7E327A97-9582-43DD-B207-B0A8F6FDDACB}"/>
                </a:ext>
              </a:extLst>
            </p:cNvPr>
            <p:cNvSpPr/>
            <p:nvPr/>
          </p:nvSpPr>
          <p:spPr>
            <a:xfrm>
              <a:off x="2867598" y="2020079"/>
              <a:ext cx="390525" cy="175260"/>
            </a:xfrm>
            <a:custGeom>
              <a:avLst/>
              <a:gdLst>
                <a:gd name="connsiteX0" fmla="*/ 84890 w 453390"/>
                <a:gd name="connsiteY0" fmla="*/ 0 h 263525"/>
                <a:gd name="connsiteX1" fmla="*/ 453390 w 453390"/>
                <a:gd name="connsiteY1" fmla="*/ 0 h 263525"/>
                <a:gd name="connsiteX2" fmla="*/ 453390 w 453390"/>
                <a:gd name="connsiteY2" fmla="*/ 263525 h 263525"/>
                <a:gd name="connsiteX3" fmla="*/ 84890 w 453390"/>
                <a:gd name="connsiteY3" fmla="*/ 263525 h 263525"/>
                <a:gd name="connsiteX4" fmla="*/ 59217 w 453390"/>
                <a:gd name="connsiteY4" fmla="*/ 168771 h 263525"/>
                <a:gd name="connsiteX5" fmla="*/ 4819 w 453390"/>
                <a:gd name="connsiteY5" fmla="*/ 221542 h 263525"/>
                <a:gd name="connsiteX6" fmla="*/ 0 w 453390"/>
                <a:gd name="connsiteY6" fmla="*/ 54571 h 263525"/>
                <a:gd name="connsiteX7" fmla="*/ 55658 w 453390"/>
                <a:gd name="connsiteY7" fmla="*/ 89403 h 263525"/>
                <a:gd name="connsiteX8" fmla="*/ 84890 w 453390"/>
                <a:gd name="connsiteY8" fmla="*/ 0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390" h="263525">
                  <a:moveTo>
                    <a:pt x="84890" y="0"/>
                  </a:moveTo>
                  <a:lnTo>
                    <a:pt x="453390" y="0"/>
                  </a:lnTo>
                  <a:lnTo>
                    <a:pt x="453390" y="263525"/>
                  </a:lnTo>
                  <a:lnTo>
                    <a:pt x="84890" y="263525"/>
                  </a:lnTo>
                  <a:cubicBezTo>
                    <a:pt x="68745" y="263525"/>
                    <a:pt x="59217" y="193028"/>
                    <a:pt x="59217" y="168771"/>
                  </a:cubicBezTo>
                  <a:lnTo>
                    <a:pt x="4819" y="221542"/>
                  </a:lnTo>
                  <a:lnTo>
                    <a:pt x="0" y="54571"/>
                  </a:lnTo>
                  <a:lnTo>
                    <a:pt x="55658" y="89403"/>
                  </a:lnTo>
                  <a:cubicBezTo>
                    <a:pt x="55658" y="65146"/>
                    <a:pt x="68745" y="0"/>
                    <a:pt x="84890" y="0"/>
                  </a:cubicBezTo>
                  <a:close/>
                </a:path>
              </a:pathLst>
            </a:cu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73025" algn="ctr">
                <a:spcAft>
                  <a:spcPts val="0"/>
                </a:spcAft>
              </a:pPr>
              <a:r>
                <a:rPr lang="en-US" sz="1200" kern="100" dirty="0">
                  <a:solidFill>
                    <a:srgbClr val="FFFFFF"/>
                  </a:solidFill>
                  <a:effectLst/>
                  <a:ea typeface="新細明體" panose="02020500000000000000" pitchFamily="18" charset="-120"/>
                  <a:cs typeface="Times New Roman" panose="02020603050405020304" pitchFamily="18" charset="0"/>
                </a:rPr>
                <a:t>0</a:t>
              </a: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4" name="群組 133">
            <a:extLst>
              <a:ext uri="{FF2B5EF4-FFF2-40B4-BE49-F238E27FC236}">
                <a16:creationId xmlns:a16="http://schemas.microsoft.com/office/drawing/2014/main" id="{E7D0DAEF-EB2A-4D83-B1BC-DBD09EAE6F40}"/>
              </a:ext>
            </a:extLst>
          </p:cNvPr>
          <p:cNvGrpSpPr/>
          <p:nvPr/>
        </p:nvGrpSpPr>
        <p:grpSpPr>
          <a:xfrm>
            <a:off x="368014" y="1309288"/>
            <a:ext cx="2078228" cy="356019"/>
            <a:chOff x="4453412" y="3664586"/>
            <a:chExt cx="2078228" cy="356019"/>
          </a:xfrm>
        </p:grpSpPr>
        <p:sp>
          <p:nvSpPr>
            <p:cNvPr id="135" name="圓角矩形 4">
              <a:extLst>
                <a:ext uri="{FF2B5EF4-FFF2-40B4-BE49-F238E27FC236}">
                  <a16:creationId xmlns:a16="http://schemas.microsoft.com/office/drawing/2014/main" id="{386BC809-B919-4661-A74C-2019B00ED290}"/>
                </a:ext>
              </a:extLst>
            </p:cNvPr>
            <p:cNvSpPr/>
            <p:nvPr/>
          </p:nvSpPr>
          <p:spPr>
            <a:xfrm>
              <a:off x="4453412" y="3664586"/>
              <a:ext cx="2078228" cy="356019"/>
            </a:xfrm>
            <a:custGeom>
              <a:avLst/>
              <a:gdLst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27940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4364565 w 4424680"/>
                <a:gd name="connsiteY2" fmla="*/ 0 h 360680"/>
                <a:gd name="connsiteX3" fmla="*/ 4424680 w 4424680"/>
                <a:gd name="connsiteY3" fmla="*/ 60115 h 360680"/>
                <a:gd name="connsiteX4" fmla="*/ 4424680 w 4424680"/>
                <a:gd name="connsiteY4" fmla="*/ 300565 h 360680"/>
                <a:gd name="connsiteX5" fmla="*/ 4364565 w 4424680"/>
                <a:gd name="connsiteY5" fmla="*/ 360680 h 360680"/>
                <a:gd name="connsiteX6" fmla="*/ 60115 w 4424680"/>
                <a:gd name="connsiteY6" fmla="*/ 360680 h 360680"/>
                <a:gd name="connsiteX7" fmla="*/ 0 w 4424680"/>
                <a:gd name="connsiteY7" fmla="*/ 300565 h 360680"/>
                <a:gd name="connsiteX8" fmla="*/ 0 w 4424680"/>
                <a:gd name="connsiteY8" fmla="*/ 60115 h 36068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60115 w 4424680"/>
                <a:gd name="connsiteY7" fmla="*/ 360680 h 360680"/>
                <a:gd name="connsiteX8" fmla="*/ 0 w 4424680"/>
                <a:gd name="connsiteY8" fmla="*/ 300565 h 360680"/>
                <a:gd name="connsiteX9" fmla="*/ 0 w 4424680"/>
                <a:gd name="connsiteY9" fmla="*/ 60115 h 36068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60115 w 4424680"/>
                <a:gd name="connsiteY7" fmla="*/ 421640 h 421640"/>
                <a:gd name="connsiteX8" fmla="*/ 0 w 4424680"/>
                <a:gd name="connsiteY8" fmla="*/ 361525 h 421640"/>
                <a:gd name="connsiteX9" fmla="*/ 0 w 4424680"/>
                <a:gd name="connsiteY9" fmla="*/ 121075 h 421640"/>
                <a:gd name="connsiteX0" fmla="*/ 0 w 4424680"/>
                <a:gd name="connsiteY0" fmla="*/ 121075 h 421640"/>
                <a:gd name="connsiteX1" fmla="*/ 60115 w 4424680"/>
                <a:gd name="connsiteY1" fmla="*/ 60960 h 421640"/>
                <a:gd name="connsiteX2" fmla="*/ 350520 w 4424680"/>
                <a:gd name="connsiteY2" fmla="*/ 60960 h 421640"/>
                <a:gd name="connsiteX3" fmla="*/ 4364565 w 4424680"/>
                <a:gd name="connsiteY3" fmla="*/ 60960 h 421640"/>
                <a:gd name="connsiteX4" fmla="*/ 4424680 w 4424680"/>
                <a:gd name="connsiteY4" fmla="*/ 121075 h 421640"/>
                <a:gd name="connsiteX5" fmla="*/ 4424680 w 4424680"/>
                <a:gd name="connsiteY5" fmla="*/ 361525 h 421640"/>
                <a:gd name="connsiteX6" fmla="*/ 4364565 w 4424680"/>
                <a:gd name="connsiteY6" fmla="*/ 421640 h 421640"/>
                <a:gd name="connsiteX7" fmla="*/ 330200 w 4424680"/>
                <a:gd name="connsiteY7" fmla="*/ 421640 h 421640"/>
                <a:gd name="connsiteX8" fmla="*/ 60115 w 4424680"/>
                <a:gd name="connsiteY8" fmla="*/ 421640 h 421640"/>
                <a:gd name="connsiteX9" fmla="*/ 0 w 4424680"/>
                <a:gd name="connsiteY9" fmla="*/ 361525 h 421640"/>
                <a:gd name="connsiteX10" fmla="*/ 0 w 4424680"/>
                <a:gd name="connsiteY10" fmla="*/ 121075 h 421640"/>
                <a:gd name="connsiteX0" fmla="*/ 0 w 4424680"/>
                <a:gd name="connsiteY0" fmla="*/ 60115 h 360680"/>
                <a:gd name="connsiteX1" fmla="*/ 60115 w 4424680"/>
                <a:gd name="connsiteY1" fmla="*/ 0 h 360680"/>
                <a:gd name="connsiteX2" fmla="*/ 350520 w 4424680"/>
                <a:gd name="connsiteY2" fmla="*/ 0 h 360680"/>
                <a:gd name="connsiteX3" fmla="*/ 4364565 w 4424680"/>
                <a:gd name="connsiteY3" fmla="*/ 0 h 360680"/>
                <a:gd name="connsiteX4" fmla="*/ 4424680 w 4424680"/>
                <a:gd name="connsiteY4" fmla="*/ 60115 h 360680"/>
                <a:gd name="connsiteX5" fmla="*/ 4424680 w 4424680"/>
                <a:gd name="connsiteY5" fmla="*/ 300565 h 360680"/>
                <a:gd name="connsiteX6" fmla="*/ 4364565 w 4424680"/>
                <a:gd name="connsiteY6" fmla="*/ 360680 h 360680"/>
                <a:gd name="connsiteX7" fmla="*/ 330200 w 4424680"/>
                <a:gd name="connsiteY7" fmla="*/ 360680 h 360680"/>
                <a:gd name="connsiteX8" fmla="*/ 60115 w 4424680"/>
                <a:gd name="connsiteY8" fmla="*/ 360680 h 360680"/>
                <a:gd name="connsiteX9" fmla="*/ 0 w 4424680"/>
                <a:gd name="connsiteY9" fmla="*/ 300565 h 360680"/>
                <a:gd name="connsiteX10" fmla="*/ 0 w 4424680"/>
                <a:gd name="connsiteY10" fmla="*/ 60115 h 36068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  <a:gd name="connsiteX0" fmla="*/ 0 w 4424680"/>
                <a:gd name="connsiteY0" fmla="*/ 60115 h 421640"/>
                <a:gd name="connsiteX1" fmla="*/ 60115 w 4424680"/>
                <a:gd name="connsiteY1" fmla="*/ 0 h 421640"/>
                <a:gd name="connsiteX2" fmla="*/ 350520 w 4424680"/>
                <a:gd name="connsiteY2" fmla="*/ 0 h 421640"/>
                <a:gd name="connsiteX3" fmla="*/ 4364565 w 4424680"/>
                <a:gd name="connsiteY3" fmla="*/ 0 h 421640"/>
                <a:gd name="connsiteX4" fmla="*/ 4424680 w 4424680"/>
                <a:gd name="connsiteY4" fmla="*/ 60115 h 421640"/>
                <a:gd name="connsiteX5" fmla="*/ 4424680 w 4424680"/>
                <a:gd name="connsiteY5" fmla="*/ 300565 h 421640"/>
                <a:gd name="connsiteX6" fmla="*/ 4364565 w 4424680"/>
                <a:gd name="connsiteY6" fmla="*/ 360680 h 421640"/>
                <a:gd name="connsiteX7" fmla="*/ 330200 w 4424680"/>
                <a:gd name="connsiteY7" fmla="*/ 360680 h 421640"/>
                <a:gd name="connsiteX8" fmla="*/ 60115 w 4424680"/>
                <a:gd name="connsiteY8" fmla="*/ 360680 h 421640"/>
                <a:gd name="connsiteX9" fmla="*/ 0 w 4424680"/>
                <a:gd name="connsiteY9" fmla="*/ 300565 h 421640"/>
                <a:gd name="connsiteX10" fmla="*/ 0 w 4424680"/>
                <a:gd name="connsiteY10" fmla="*/ 60115 h 421640"/>
                <a:gd name="connsiteX0" fmla="*/ 0 w 4424680"/>
                <a:gd name="connsiteY0" fmla="*/ 60115 h 377646"/>
                <a:gd name="connsiteX1" fmla="*/ 60115 w 4424680"/>
                <a:gd name="connsiteY1" fmla="*/ 0 h 377646"/>
                <a:gd name="connsiteX2" fmla="*/ 350520 w 4424680"/>
                <a:gd name="connsiteY2" fmla="*/ 0 h 377646"/>
                <a:gd name="connsiteX3" fmla="*/ 4364565 w 4424680"/>
                <a:gd name="connsiteY3" fmla="*/ 0 h 377646"/>
                <a:gd name="connsiteX4" fmla="*/ 4424680 w 4424680"/>
                <a:gd name="connsiteY4" fmla="*/ 60115 h 377646"/>
                <a:gd name="connsiteX5" fmla="*/ 4424680 w 4424680"/>
                <a:gd name="connsiteY5" fmla="*/ 300565 h 377646"/>
                <a:gd name="connsiteX6" fmla="*/ 4364565 w 4424680"/>
                <a:gd name="connsiteY6" fmla="*/ 360680 h 377646"/>
                <a:gd name="connsiteX7" fmla="*/ 330200 w 4424680"/>
                <a:gd name="connsiteY7" fmla="*/ 360680 h 377646"/>
                <a:gd name="connsiteX8" fmla="*/ 60115 w 4424680"/>
                <a:gd name="connsiteY8" fmla="*/ 360680 h 377646"/>
                <a:gd name="connsiteX9" fmla="*/ 0 w 4424680"/>
                <a:gd name="connsiteY9" fmla="*/ 300565 h 377646"/>
                <a:gd name="connsiteX10" fmla="*/ 0 w 4424680"/>
                <a:gd name="connsiteY10" fmla="*/ 60115 h 377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680" h="377646">
                  <a:moveTo>
                    <a:pt x="0" y="60115"/>
                  </a:moveTo>
                  <a:cubicBezTo>
                    <a:pt x="0" y="26914"/>
                    <a:pt x="26914" y="0"/>
                    <a:pt x="60115" y="0"/>
                  </a:cubicBezTo>
                  <a:cubicBezTo>
                    <a:pt x="156917" y="0"/>
                    <a:pt x="127388" y="56799"/>
                    <a:pt x="350520" y="0"/>
                  </a:cubicBezTo>
                  <a:lnTo>
                    <a:pt x="4364565" y="0"/>
                  </a:lnTo>
                  <a:cubicBezTo>
                    <a:pt x="4397766" y="0"/>
                    <a:pt x="4424680" y="26914"/>
                    <a:pt x="4424680" y="60115"/>
                  </a:cubicBezTo>
                  <a:lnTo>
                    <a:pt x="4424680" y="300565"/>
                  </a:lnTo>
                  <a:cubicBezTo>
                    <a:pt x="4424680" y="333766"/>
                    <a:pt x="4397766" y="360680"/>
                    <a:pt x="4364565" y="360680"/>
                  </a:cubicBezTo>
                  <a:lnTo>
                    <a:pt x="330200" y="360680"/>
                  </a:lnTo>
                  <a:cubicBezTo>
                    <a:pt x="170817" y="398855"/>
                    <a:pt x="150143" y="360680"/>
                    <a:pt x="60115" y="360680"/>
                  </a:cubicBezTo>
                  <a:cubicBezTo>
                    <a:pt x="26914" y="360680"/>
                    <a:pt x="0" y="333766"/>
                    <a:pt x="0" y="300565"/>
                  </a:cubicBezTo>
                  <a:lnTo>
                    <a:pt x="0" y="6011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endPara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136" name="群組 135">
              <a:extLst>
                <a:ext uri="{FF2B5EF4-FFF2-40B4-BE49-F238E27FC236}">
                  <a16:creationId xmlns:a16="http://schemas.microsoft.com/office/drawing/2014/main" id="{6BBE4B39-0AC3-4EFF-A22F-4F6F96E0B7E6}"/>
                </a:ext>
              </a:extLst>
            </p:cNvPr>
            <p:cNvGrpSpPr/>
            <p:nvPr/>
          </p:nvGrpSpPr>
          <p:grpSpPr>
            <a:xfrm>
              <a:off x="4674869" y="3761106"/>
              <a:ext cx="1630687" cy="175260"/>
              <a:chOff x="1503044" y="2736215"/>
              <a:chExt cx="1630687" cy="175260"/>
            </a:xfrm>
          </p:grpSpPr>
          <p:sp>
            <p:nvSpPr>
              <p:cNvPr id="137" name="手繪多邊形: 圖案 10">
                <a:extLst>
                  <a:ext uri="{FF2B5EF4-FFF2-40B4-BE49-F238E27FC236}">
                    <a16:creationId xmlns:a16="http://schemas.microsoft.com/office/drawing/2014/main" id="{94D25983-3F23-4D59-B236-C42F5379605C}"/>
                  </a:ext>
                </a:extLst>
              </p:cNvPr>
              <p:cNvSpPr/>
              <p:nvPr/>
            </p:nvSpPr>
            <p:spPr>
              <a:xfrm>
                <a:off x="1503044" y="2736215"/>
                <a:ext cx="219078" cy="175260"/>
              </a:xfrm>
              <a:custGeom>
                <a:avLst/>
                <a:gdLst>
                  <a:gd name="connsiteX0" fmla="*/ 84890 w 453390"/>
                  <a:gd name="connsiteY0" fmla="*/ 0 h 263525"/>
                  <a:gd name="connsiteX1" fmla="*/ 453390 w 453390"/>
                  <a:gd name="connsiteY1" fmla="*/ 0 h 263525"/>
                  <a:gd name="connsiteX2" fmla="*/ 453390 w 453390"/>
                  <a:gd name="connsiteY2" fmla="*/ 263525 h 263525"/>
                  <a:gd name="connsiteX3" fmla="*/ 84890 w 453390"/>
                  <a:gd name="connsiteY3" fmla="*/ 263525 h 263525"/>
                  <a:gd name="connsiteX4" fmla="*/ 59217 w 453390"/>
                  <a:gd name="connsiteY4" fmla="*/ 168771 h 263525"/>
                  <a:gd name="connsiteX5" fmla="*/ 4819 w 453390"/>
                  <a:gd name="connsiteY5" fmla="*/ 221542 h 263525"/>
                  <a:gd name="connsiteX6" fmla="*/ 0 w 453390"/>
                  <a:gd name="connsiteY6" fmla="*/ 54571 h 263525"/>
                  <a:gd name="connsiteX7" fmla="*/ 55658 w 453390"/>
                  <a:gd name="connsiteY7" fmla="*/ 89403 h 263525"/>
                  <a:gd name="connsiteX8" fmla="*/ 84890 w 453390"/>
                  <a:gd name="connsiteY8" fmla="*/ 0 h 26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3390" h="263525">
                    <a:moveTo>
                      <a:pt x="84890" y="0"/>
                    </a:moveTo>
                    <a:lnTo>
                      <a:pt x="453390" y="0"/>
                    </a:lnTo>
                    <a:lnTo>
                      <a:pt x="453390" y="263525"/>
                    </a:lnTo>
                    <a:lnTo>
                      <a:pt x="84890" y="263525"/>
                    </a:lnTo>
                    <a:cubicBezTo>
                      <a:pt x="68745" y="263525"/>
                      <a:pt x="59217" y="193028"/>
                      <a:pt x="59217" y="168771"/>
                    </a:cubicBezTo>
                    <a:lnTo>
                      <a:pt x="4819" y="221542"/>
                    </a:lnTo>
                    <a:lnTo>
                      <a:pt x="0" y="54571"/>
                    </a:lnTo>
                    <a:lnTo>
                      <a:pt x="55658" y="89403"/>
                    </a:lnTo>
                    <a:cubicBezTo>
                      <a:pt x="55658" y="65146"/>
                      <a:pt x="68745" y="0"/>
                      <a:pt x="84890" y="0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73025" algn="ctr">
                  <a:spcAft>
                    <a:spcPts val="0"/>
                  </a:spcAft>
                </a:pPr>
                <a:r>
                  <a:rPr lang="en-US" sz="1200" kern="100" dirty="0">
                    <a:solidFill>
                      <a:srgbClr val="FFFFFF"/>
                    </a:solidFill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1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手繪多邊形: 圖案 10">
                <a:extLst>
                  <a:ext uri="{FF2B5EF4-FFF2-40B4-BE49-F238E27FC236}">
                    <a16:creationId xmlns:a16="http://schemas.microsoft.com/office/drawing/2014/main" id="{F7952758-AF57-4C50-968B-85157F7CAE98}"/>
                  </a:ext>
                </a:extLst>
              </p:cNvPr>
              <p:cNvSpPr/>
              <p:nvPr/>
            </p:nvSpPr>
            <p:spPr>
              <a:xfrm>
                <a:off x="1784030" y="2736215"/>
                <a:ext cx="219078" cy="175260"/>
              </a:xfrm>
              <a:custGeom>
                <a:avLst/>
                <a:gdLst>
                  <a:gd name="connsiteX0" fmla="*/ 84890 w 453390"/>
                  <a:gd name="connsiteY0" fmla="*/ 0 h 263525"/>
                  <a:gd name="connsiteX1" fmla="*/ 453390 w 453390"/>
                  <a:gd name="connsiteY1" fmla="*/ 0 h 263525"/>
                  <a:gd name="connsiteX2" fmla="*/ 453390 w 453390"/>
                  <a:gd name="connsiteY2" fmla="*/ 263525 h 263525"/>
                  <a:gd name="connsiteX3" fmla="*/ 84890 w 453390"/>
                  <a:gd name="connsiteY3" fmla="*/ 263525 h 263525"/>
                  <a:gd name="connsiteX4" fmla="*/ 59217 w 453390"/>
                  <a:gd name="connsiteY4" fmla="*/ 168771 h 263525"/>
                  <a:gd name="connsiteX5" fmla="*/ 4819 w 453390"/>
                  <a:gd name="connsiteY5" fmla="*/ 221542 h 263525"/>
                  <a:gd name="connsiteX6" fmla="*/ 0 w 453390"/>
                  <a:gd name="connsiteY6" fmla="*/ 54571 h 263525"/>
                  <a:gd name="connsiteX7" fmla="*/ 55658 w 453390"/>
                  <a:gd name="connsiteY7" fmla="*/ 89403 h 263525"/>
                  <a:gd name="connsiteX8" fmla="*/ 84890 w 453390"/>
                  <a:gd name="connsiteY8" fmla="*/ 0 h 26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3390" h="263525">
                    <a:moveTo>
                      <a:pt x="84890" y="0"/>
                    </a:moveTo>
                    <a:lnTo>
                      <a:pt x="453390" y="0"/>
                    </a:lnTo>
                    <a:lnTo>
                      <a:pt x="453390" y="263525"/>
                    </a:lnTo>
                    <a:lnTo>
                      <a:pt x="84890" y="263525"/>
                    </a:lnTo>
                    <a:cubicBezTo>
                      <a:pt x="68745" y="263525"/>
                      <a:pt x="59217" y="193028"/>
                      <a:pt x="59217" y="168771"/>
                    </a:cubicBezTo>
                    <a:lnTo>
                      <a:pt x="4819" y="221542"/>
                    </a:lnTo>
                    <a:lnTo>
                      <a:pt x="0" y="54571"/>
                    </a:lnTo>
                    <a:lnTo>
                      <a:pt x="55658" y="89403"/>
                    </a:lnTo>
                    <a:cubicBezTo>
                      <a:pt x="55658" y="65146"/>
                      <a:pt x="68745" y="0"/>
                      <a:pt x="84890" y="0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73025" algn="ctr">
                  <a:spcAft>
                    <a:spcPts val="0"/>
                  </a:spcAft>
                </a:pPr>
                <a:r>
                  <a:rPr lang="en-US" sz="1200" kern="100" dirty="0">
                    <a:solidFill>
                      <a:srgbClr val="FFFFFF"/>
                    </a:solidFill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1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手繪多邊形: 圖案 10">
                <a:extLst>
                  <a:ext uri="{FF2B5EF4-FFF2-40B4-BE49-F238E27FC236}">
                    <a16:creationId xmlns:a16="http://schemas.microsoft.com/office/drawing/2014/main" id="{4963A187-8107-4D37-9446-703079F4AB24}"/>
                  </a:ext>
                </a:extLst>
              </p:cNvPr>
              <p:cNvSpPr/>
              <p:nvPr/>
            </p:nvSpPr>
            <p:spPr>
              <a:xfrm>
                <a:off x="2065016" y="2736215"/>
                <a:ext cx="219078" cy="175260"/>
              </a:xfrm>
              <a:custGeom>
                <a:avLst/>
                <a:gdLst>
                  <a:gd name="connsiteX0" fmla="*/ 84890 w 453390"/>
                  <a:gd name="connsiteY0" fmla="*/ 0 h 263525"/>
                  <a:gd name="connsiteX1" fmla="*/ 453390 w 453390"/>
                  <a:gd name="connsiteY1" fmla="*/ 0 h 263525"/>
                  <a:gd name="connsiteX2" fmla="*/ 453390 w 453390"/>
                  <a:gd name="connsiteY2" fmla="*/ 263525 h 263525"/>
                  <a:gd name="connsiteX3" fmla="*/ 84890 w 453390"/>
                  <a:gd name="connsiteY3" fmla="*/ 263525 h 263525"/>
                  <a:gd name="connsiteX4" fmla="*/ 59217 w 453390"/>
                  <a:gd name="connsiteY4" fmla="*/ 168771 h 263525"/>
                  <a:gd name="connsiteX5" fmla="*/ 4819 w 453390"/>
                  <a:gd name="connsiteY5" fmla="*/ 221542 h 263525"/>
                  <a:gd name="connsiteX6" fmla="*/ 0 w 453390"/>
                  <a:gd name="connsiteY6" fmla="*/ 54571 h 263525"/>
                  <a:gd name="connsiteX7" fmla="*/ 55658 w 453390"/>
                  <a:gd name="connsiteY7" fmla="*/ 89403 h 263525"/>
                  <a:gd name="connsiteX8" fmla="*/ 84890 w 453390"/>
                  <a:gd name="connsiteY8" fmla="*/ 0 h 26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3390" h="263525">
                    <a:moveTo>
                      <a:pt x="84890" y="0"/>
                    </a:moveTo>
                    <a:lnTo>
                      <a:pt x="453390" y="0"/>
                    </a:lnTo>
                    <a:lnTo>
                      <a:pt x="453390" y="263525"/>
                    </a:lnTo>
                    <a:lnTo>
                      <a:pt x="84890" y="263525"/>
                    </a:lnTo>
                    <a:cubicBezTo>
                      <a:pt x="68745" y="263525"/>
                      <a:pt x="59217" y="193028"/>
                      <a:pt x="59217" y="168771"/>
                    </a:cubicBezTo>
                    <a:lnTo>
                      <a:pt x="4819" y="221542"/>
                    </a:lnTo>
                    <a:lnTo>
                      <a:pt x="0" y="54571"/>
                    </a:lnTo>
                    <a:lnTo>
                      <a:pt x="55658" y="89403"/>
                    </a:lnTo>
                    <a:cubicBezTo>
                      <a:pt x="55658" y="65146"/>
                      <a:pt x="68745" y="0"/>
                      <a:pt x="84890" y="0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73025" algn="ctr">
                  <a:spcAft>
                    <a:spcPts val="0"/>
                  </a:spcAft>
                </a:pPr>
                <a:r>
                  <a:rPr lang="en-US" sz="1200" kern="100" dirty="0">
                    <a:solidFill>
                      <a:srgbClr val="FFFFFF"/>
                    </a:solidFill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1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" name="手繪多邊形: 圖案 10">
                <a:extLst>
                  <a:ext uri="{FF2B5EF4-FFF2-40B4-BE49-F238E27FC236}">
                    <a16:creationId xmlns:a16="http://schemas.microsoft.com/office/drawing/2014/main" id="{3D2D591E-3600-4784-BD4A-DBA7A07BAB9D}"/>
                  </a:ext>
                </a:extLst>
              </p:cNvPr>
              <p:cNvSpPr/>
              <p:nvPr/>
            </p:nvSpPr>
            <p:spPr>
              <a:xfrm>
                <a:off x="2346002" y="2736215"/>
                <a:ext cx="219078" cy="175260"/>
              </a:xfrm>
              <a:custGeom>
                <a:avLst/>
                <a:gdLst>
                  <a:gd name="connsiteX0" fmla="*/ 84890 w 453390"/>
                  <a:gd name="connsiteY0" fmla="*/ 0 h 263525"/>
                  <a:gd name="connsiteX1" fmla="*/ 453390 w 453390"/>
                  <a:gd name="connsiteY1" fmla="*/ 0 h 263525"/>
                  <a:gd name="connsiteX2" fmla="*/ 453390 w 453390"/>
                  <a:gd name="connsiteY2" fmla="*/ 263525 h 263525"/>
                  <a:gd name="connsiteX3" fmla="*/ 84890 w 453390"/>
                  <a:gd name="connsiteY3" fmla="*/ 263525 h 263525"/>
                  <a:gd name="connsiteX4" fmla="*/ 59217 w 453390"/>
                  <a:gd name="connsiteY4" fmla="*/ 168771 h 263525"/>
                  <a:gd name="connsiteX5" fmla="*/ 4819 w 453390"/>
                  <a:gd name="connsiteY5" fmla="*/ 221542 h 263525"/>
                  <a:gd name="connsiteX6" fmla="*/ 0 w 453390"/>
                  <a:gd name="connsiteY6" fmla="*/ 54571 h 263525"/>
                  <a:gd name="connsiteX7" fmla="*/ 55658 w 453390"/>
                  <a:gd name="connsiteY7" fmla="*/ 89403 h 263525"/>
                  <a:gd name="connsiteX8" fmla="*/ 84890 w 453390"/>
                  <a:gd name="connsiteY8" fmla="*/ 0 h 26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3390" h="263525">
                    <a:moveTo>
                      <a:pt x="84890" y="0"/>
                    </a:moveTo>
                    <a:lnTo>
                      <a:pt x="453390" y="0"/>
                    </a:lnTo>
                    <a:lnTo>
                      <a:pt x="453390" y="263525"/>
                    </a:lnTo>
                    <a:lnTo>
                      <a:pt x="84890" y="263525"/>
                    </a:lnTo>
                    <a:cubicBezTo>
                      <a:pt x="68745" y="263525"/>
                      <a:pt x="59217" y="193028"/>
                      <a:pt x="59217" y="168771"/>
                    </a:cubicBezTo>
                    <a:lnTo>
                      <a:pt x="4819" y="221542"/>
                    </a:lnTo>
                    <a:lnTo>
                      <a:pt x="0" y="54571"/>
                    </a:lnTo>
                    <a:lnTo>
                      <a:pt x="55658" y="89403"/>
                    </a:lnTo>
                    <a:cubicBezTo>
                      <a:pt x="55658" y="65146"/>
                      <a:pt x="68745" y="0"/>
                      <a:pt x="84890" y="0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73025" algn="ctr">
                  <a:spcAft>
                    <a:spcPts val="0"/>
                  </a:spcAft>
                </a:pPr>
                <a:r>
                  <a:rPr lang="en-US" sz="1200" kern="100" dirty="0">
                    <a:solidFill>
                      <a:srgbClr val="FFFFFF"/>
                    </a:solidFill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1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" name="手繪多邊形: 圖案 10">
                <a:extLst>
                  <a:ext uri="{FF2B5EF4-FFF2-40B4-BE49-F238E27FC236}">
                    <a16:creationId xmlns:a16="http://schemas.microsoft.com/office/drawing/2014/main" id="{DCF20AA7-120F-4F19-9831-04A72E11E0B3}"/>
                  </a:ext>
                </a:extLst>
              </p:cNvPr>
              <p:cNvSpPr/>
              <p:nvPr/>
            </p:nvSpPr>
            <p:spPr>
              <a:xfrm>
                <a:off x="2633667" y="2736215"/>
                <a:ext cx="219078" cy="175260"/>
              </a:xfrm>
              <a:custGeom>
                <a:avLst/>
                <a:gdLst>
                  <a:gd name="connsiteX0" fmla="*/ 84890 w 453390"/>
                  <a:gd name="connsiteY0" fmla="*/ 0 h 263525"/>
                  <a:gd name="connsiteX1" fmla="*/ 453390 w 453390"/>
                  <a:gd name="connsiteY1" fmla="*/ 0 h 263525"/>
                  <a:gd name="connsiteX2" fmla="*/ 453390 w 453390"/>
                  <a:gd name="connsiteY2" fmla="*/ 263525 h 263525"/>
                  <a:gd name="connsiteX3" fmla="*/ 84890 w 453390"/>
                  <a:gd name="connsiteY3" fmla="*/ 263525 h 263525"/>
                  <a:gd name="connsiteX4" fmla="*/ 59217 w 453390"/>
                  <a:gd name="connsiteY4" fmla="*/ 168771 h 263525"/>
                  <a:gd name="connsiteX5" fmla="*/ 4819 w 453390"/>
                  <a:gd name="connsiteY5" fmla="*/ 221542 h 263525"/>
                  <a:gd name="connsiteX6" fmla="*/ 0 w 453390"/>
                  <a:gd name="connsiteY6" fmla="*/ 54571 h 263525"/>
                  <a:gd name="connsiteX7" fmla="*/ 55658 w 453390"/>
                  <a:gd name="connsiteY7" fmla="*/ 89403 h 263525"/>
                  <a:gd name="connsiteX8" fmla="*/ 84890 w 453390"/>
                  <a:gd name="connsiteY8" fmla="*/ 0 h 26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3390" h="263525">
                    <a:moveTo>
                      <a:pt x="84890" y="0"/>
                    </a:moveTo>
                    <a:lnTo>
                      <a:pt x="453390" y="0"/>
                    </a:lnTo>
                    <a:lnTo>
                      <a:pt x="453390" y="263525"/>
                    </a:lnTo>
                    <a:lnTo>
                      <a:pt x="84890" y="263525"/>
                    </a:lnTo>
                    <a:cubicBezTo>
                      <a:pt x="68745" y="263525"/>
                      <a:pt x="59217" y="193028"/>
                      <a:pt x="59217" y="168771"/>
                    </a:cubicBezTo>
                    <a:lnTo>
                      <a:pt x="4819" y="221542"/>
                    </a:lnTo>
                    <a:lnTo>
                      <a:pt x="0" y="54571"/>
                    </a:lnTo>
                    <a:lnTo>
                      <a:pt x="55658" y="89403"/>
                    </a:lnTo>
                    <a:cubicBezTo>
                      <a:pt x="55658" y="65146"/>
                      <a:pt x="68745" y="0"/>
                      <a:pt x="84890" y="0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73025" algn="ctr">
                  <a:spcAft>
                    <a:spcPts val="0"/>
                  </a:spcAft>
                </a:pPr>
                <a:r>
                  <a:rPr lang="en-US" sz="1200" kern="100" dirty="0">
                    <a:solidFill>
                      <a:srgbClr val="FFFFFF"/>
                    </a:solidFill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1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" name="手繪多邊形: 圖案 10">
                <a:extLst>
                  <a:ext uri="{FF2B5EF4-FFF2-40B4-BE49-F238E27FC236}">
                    <a16:creationId xmlns:a16="http://schemas.microsoft.com/office/drawing/2014/main" id="{EB9C056C-B7C7-4E23-A71D-EC51F4578A47}"/>
                  </a:ext>
                </a:extLst>
              </p:cNvPr>
              <p:cNvSpPr/>
              <p:nvPr/>
            </p:nvSpPr>
            <p:spPr>
              <a:xfrm>
                <a:off x="2914653" y="2736215"/>
                <a:ext cx="219078" cy="175260"/>
              </a:xfrm>
              <a:custGeom>
                <a:avLst/>
                <a:gdLst>
                  <a:gd name="connsiteX0" fmla="*/ 84890 w 453390"/>
                  <a:gd name="connsiteY0" fmla="*/ 0 h 263525"/>
                  <a:gd name="connsiteX1" fmla="*/ 453390 w 453390"/>
                  <a:gd name="connsiteY1" fmla="*/ 0 h 263525"/>
                  <a:gd name="connsiteX2" fmla="*/ 453390 w 453390"/>
                  <a:gd name="connsiteY2" fmla="*/ 263525 h 263525"/>
                  <a:gd name="connsiteX3" fmla="*/ 84890 w 453390"/>
                  <a:gd name="connsiteY3" fmla="*/ 263525 h 263525"/>
                  <a:gd name="connsiteX4" fmla="*/ 59217 w 453390"/>
                  <a:gd name="connsiteY4" fmla="*/ 168771 h 263525"/>
                  <a:gd name="connsiteX5" fmla="*/ 4819 w 453390"/>
                  <a:gd name="connsiteY5" fmla="*/ 221542 h 263525"/>
                  <a:gd name="connsiteX6" fmla="*/ 0 w 453390"/>
                  <a:gd name="connsiteY6" fmla="*/ 54571 h 263525"/>
                  <a:gd name="connsiteX7" fmla="*/ 55658 w 453390"/>
                  <a:gd name="connsiteY7" fmla="*/ 89403 h 263525"/>
                  <a:gd name="connsiteX8" fmla="*/ 84890 w 453390"/>
                  <a:gd name="connsiteY8" fmla="*/ 0 h 26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3390" h="263525">
                    <a:moveTo>
                      <a:pt x="84890" y="0"/>
                    </a:moveTo>
                    <a:lnTo>
                      <a:pt x="453390" y="0"/>
                    </a:lnTo>
                    <a:lnTo>
                      <a:pt x="453390" y="263525"/>
                    </a:lnTo>
                    <a:lnTo>
                      <a:pt x="84890" y="263525"/>
                    </a:lnTo>
                    <a:cubicBezTo>
                      <a:pt x="68745" y="263525"/>
                      <a:pt x="59217" y="193028"/>
                      <a:pt x="59217" y="168771"/>
                    </a:cubicBezTo>
                    <a:lnTo>
                      <a:pt x="4819" y="221542"/>
                    </a:lnTo>
                    <a:lnTo>
                      <a:pt x="0" y="54571"/>
                    </a:lnTo>
                    <a:lnTo>
                      <a:pt x="55658" y="89403"/>
                    </a:lnTo>
                    <a:cubicBezTo>
                      <a:pt x="55658" y="65146"/>
                      <a:pt x="68745" y="0"/>
                      <a:pt x="84890" y="0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indent="73025" algn="ctr">
                  <a:spcAft>
                    <a:spcPts val="0"/>
                  </a:spcAft>
                </a:pPr>
                <a:r>
                  <a:rPr lang="en-US" sz="1200" kern="100" dirty="0">
                    <a:solidFill>
                      <a:srgbClr val="FFFFFF"/>
                    </a:solidFill>
                    <a:effectLst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1</a:t>
                </a:r>
                <a:endParaRPr lang="zh-TW" sz="1200" kern="100" dirty="0">
                  <a:effectLst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3723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角矩形 4"/>
          <p:cNvSpPr/>
          <p:nvPr/>
        </p:nvSpPr>
        <p:spPr>
          <a:xfrm>
            <a:off x="8608060" y="3530600"/>
            <a:ext cx="2078228" cy="299212"/>
          </a:xfrm>
          <a:custGeom>
            <a:avLst/>
            <a:gdLst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27940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60115 w 4424680"/>
              <a:gd name="connsiteY7" fmla="*/ 421640 h 421640"/>
              <a:gd name="connsiteX8" fmla="*/ 0 w 4424680"/>
              <a:gd name="connsiteY8" fmla="*/ 361525 h 421640"/>
              <a:gd name="connsiteX9" fmla="*/ 0 w 4424680"/>
              <a:gd name="connsiteY9" fmla="*/ 121075 h 42164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330200 w 4424680"/>
              <a:gd name="connsiteY7" fmla="*/ 421640 h 421640"/>
              <a:gd name="connsiteX8" fmla="*/ 60115 w 4424680"/>
              <a:gd name="connsiteY8" fmla="*/ 421640 h 421640"/>
              <a:gd name="connsiteX9" fmla="*/ 0 w 4424680"/>
              <a:gd name="connsiteY9" fmla="*/ 361525 h 421640"/>
              <a:gd name="connsiteX10" fmla="*/ 0 w 4424680"/>
              <a:gd name="connsiteY10" fmla="*/ 121075 h 42164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330200 w 4424680"/>
              <a:gd name="connsiteY7" fmla="*/ 360680 h 360680"/>
              <a:gd name="connsiteX8" fmla="*/ 60115 w 4424680"/>
              <a:gd name="connsiteY8" fmla="*/ 360680 h 360680"/>
              <a:gd name="connsiteX9" fmla="*/ 0 w 4424680"/>
              <a:gd name="connsiteY9" fmla="*/ 300565 h 360680"/>
              <a:gd name="connsiteX10" fmla="*/ 0 w 4424680"/>
              <a:gd name="connsiteY10" fmla="*/ 60115 h 360680"/>
              <a:gd name="connsiteX0" fmla="*/ 0 w 4424680"/>
              <a:gd name="connsiteY0" fmla="*/ 60115 h 421640"/>
              <a:gd name="connsiteX1" fmla="*/ 60115 w 4424680"/>
              <a:gd name="connsiteY1" fmla="*/ 0 h 421640"/>
              <a:gd name="connsiteX2" fmla="*/ 350520 w 4424680"/>
              <a:gd name="connsiteY2" fmla="*/ 0 h 421640"/>
              <a:gd name="connsiteX3" fmla="*/ 4364565 w 4424680"/>
              <a:gd name="connsiteY3" fmla="*/ 0 h 421640"/>
              <a:gd name="connsiteX4" fmla="*/ 4424680 w 4424680"/>
              <a:gd name="connsiteY4" fmla="*/ 60115 h 421640"/>
              <a:gd name="connsiteX5" fmla="*/ 4424680 w 4424680"/>
              <a:gd name="connsiteY5" fmla="*/ 300565 h 421640"/>
              <a:gd name="connsiteX6" fmla="*/ 4364565 w 4424680"/>
              <a:gd name="connsiteY6" fmla="*/ 360680 h 421640"/>
              <a:gd name="connsiteX7" fmla="*/ 330200 w 4424680"/>
              <a:gd name="connsiteY7" fmla="*/ 360680 h 421640"/>
              <a:gd name="connsiteX8" fmla="*/ 60115 w 4424680"/>
              <a:gd name="connsiteY8" fmla="*/ 360680 h 421640"/>
              <a:gd name="connsiteX9" fmla="*/ 0 w 4424680"/>
              <a:gd name="connsiteY9" fmla="*/ 300565 h 421640"/>
              <a:gd name="connsiteX10" fmla="*/ 0 w 4424680"/>
              <a:gd name="connsiteY10" fmla="*/ 60115 h 42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24680" h="421640">
                <a:moveTo>
                  <a:pt x="0" y="60115"/>
                </a:moveTo>
                <a:cubicBezTo>
                  <a:pt x="0" y="26914"/>
                  <a:pt x="26914" y="0"/>
                  <a:pt x="60115" y="0"/>
                </a:cubicBezTo>
                <a:cubicBezTo>
                  <a:pt x="156917" y="0"/>
                  <a:pt x="207998" y="121920"/>
                  <a:pt x="350520" y="0"/>
                </a:cubicBezTo>
                <a:lnTo>
                  <a:pt x="4364565" y="0"/>
                </a:lnTo>
                <a:cubicBezTo>
                  <a:pt x="4397766" y="0"/>
                  <a:pt x="4424680" y="26914"/>
                  <a:pt x="4424680" y="60115"/>
                </a:cubicBezTo>
                <a:lnTo>
                  <a:pt x="4424680" y="300565"/>
                </a:lnTo>
                <a:cubicBezTo>
                  <a:pt x="4424680" y="333766"/>
                  <a:pt x="4397766" y="360680"/>
                  <a:pt x="4364565" y="360680"/>
                </a:cubicBezTo>
                <a:lnTo>
                  <a:pt x="330200" y="360680"/>
                </a:lnTo>
                <a:cubicBezTo>
                  <a:pt x="138572" y="497840"/>
                  <a:pt x="150143" y="360680"/>
                  <a:pt x="60115" y="360680"/>
                </a:cubicBezTo>
                <a:cubicBezTo>
                  <a:pt x="26914" y="360680"/>
                  <a:pt x="0" y="333766"/>
                  <a:pt x="0" y="300565"/>
                </a:cubicBezTo>
                <a:lnTo>
                  <a:pt x="0" y="6011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4</a:t>
            </a:r>
            <a:r>
              <a:rPr lang="zh-TW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位數字顯示模組 顯示數字</a:t>
            </a:r>
          </a:p>
        </p:txBody>
      </p:sp>
      <p:sp>
        <p:nvSpPr>
          <p:cNvPr id="9" name="圓角矩形 4"/>
          <p:cNvSpPr/>
          <p:nvPr/>
        </p:nvSpPr>
        <p:spPr>
          <a:xfrm>
            <a:off x="8480327" y="1498092"/>
            <a:ext cx="1888969" cy="1269492"/>
          </a:xfrm>
          <a:custGeom>
            <a:avLst/>
            <a:gdLst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27940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4364565 w 4424680"/>
              <a:gd name="connsiteY2" fmla="*/ 0 h 360680"/>
              <a:gd name="connsiteX3" fmla="*/ 4424680 w 4424680"/>
              <a:gd name="connsiteY3" fmla="*/ 60115 h 360680"/>
              <a:gd name="connsiteX4" fmla="*/ 4424680 w 4424680"/>
              <a:gd name="connsiteY4" fmla="*/ 300565 h 360680"/>
              <a:gd name="connsiteX5" fmla="*/ 4364565 w 4424680"/>
              <a:gd name="connsiteY5" fmla="*/ 360680 h 360680"/>
              <a:gd name="connsiteX6" fmla="*/ 60115 w 4424680"/>
              <a:gd name="connsiteY6" fmla="*/ 360680 h 360680"/>
              <a:gd name="connsiteX7" fmla="*/ 0 w 4424680"/>
              <a:gd name="connsiteY7" fmla="*/ 300565 h 360680"/>
              <a:gd name="connsiteX8" fmla="*/ 0 w 4424680"/>
              <a:gd name="connsiteY8" fmla="*/ 60115 h 36068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60115 w 4424680"/>
              <a:gd name="connsiteY7" fmla="*/ 360680 h 360680"/>
              <a:gd name="connsiteX8" fmla="*/ 0 w 4424680"/>
              <a:gd name="connsiteY8" fmla="*/ 300565 h 360680"/>
              <a:gd name="connsiteX9" fmla="*/ 0 w 4424680"/>
              <a:gd name="connsiteY9" fmla="*/ 60115 h 36068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60115 w 4424680"/>
              <a:gd name="connsiteY7" fmla="*/ 421640 h 421640"/>
              <a:gd name="connsiteX8" fmla="*/ 0 w 4424680"/>
              <a:gd name="connsiteY8" fmla="*/ 361525 h 421640"/>
              <a:gd name="connsiteX9" fmla="*/ 0 w 4424680"/>
              <a:gd name="connsiteY9" fmla="*/ 121075 h 421640"/>
              <a:gd name="connsiteX0" fmla="*/ 0 w 4424680"/>
              <a:gd name="connsiteY0" fmla="*/ 121075 h 421640"/>
              <a:gd name="connsiteX1" fmla="*/ 60115 w 4424680"/>
              <a:gd name="connsiteY1" fmla="*/ 60960 h 421640"/>
              <a:gd name="connsiteX2" fmla="*/ 350520 w 4424680"/>
              <a:gd name="connsiteY2" fmla="*/ 60960 h 421640"/>
              <a:gd name="connsiteX3" fmla="*/ 4364565 w 4424680"/>
              <a:gd name="connsiteY3" fmla="*/ 60960 h 421640"/>
              <a:gd name="connsiteX4" fmla="*/ 4424680 w 4424680"/>
              <a:gd name="connsiteY4" fmla="*/ 121075 h 421640"/>
              <a:gd name="connsiteX5" fmla="*/ 4424680 w 4424680"/>
              <a:gd name="connsiteY5" fmla="*/ 361525 h 421640"/>
              <a:gd name="connsiteX6" fmla="*/ 4364565 w 4424680"/>
              <a:gd name="connsiteY6" fmla="*/ 421640 h 421640"/>
              <a:gd name="connsiteX7" fmla="*/ 330200 w 4424680"/>
              <a:gd name="connsiteY7" fmla="*/ 421640 h 421640"/>
              <a:gd name="connsiteX8" fmla="*/ 60115 w 4424680"/>
              <a:gd name="connsiteY8" fmla="*/ 421640 h 421640"/>
              <a:gd name="connsiteX9" fmla="*/ 0 w 4424680"/>
              <a:gd name="connsiteY9" fmla="*/ 361525 h 421640"/>
              <a:gd name="connsiteX10" fmla="*/ 0 w 4424680"/>
              <a:gd name="connsiteY10" fmla="*/ 121075 h 421640"/>
              <a:gd name="connsiteX0" fmla="*/ 0 w 4424680"/>
              <a:gd name="connsiteY0" fmla="*/ 60115 h 360680"/>
              <a:gd name="connsiteX1" fmla="*/ 60115 w 4424680"/>
              <a:gd name="connsiteY1" fmla="*/ 0 h 360680"/>
              <a:gd name="connsiteX2" fmla="*/ 350520 w 4424680"/>
              <a:gd name="connsiteY2" fmla="*/ 0 h 360680"/>
              <a:gd name="connsiteX3" fmla="*/ 4364565 w 4424680"/>
              <a:gd name="connsiteY3" fmla="*/ 0 h 360680"/>
              <a:gd name="connsiteX4" fmla="*/ 4424680 w 4424680"/>
              <a:gd name="connsiteY4" fmla="*/ 60115 h 360680"/>
              <a:gd name="connsiteX5" fmla="*/ 4424680 w 4424680"/>
              <a:gd name="connsiteY5" fmla="*/ 300565 h 360680"/>
              <a:gd name="connsiteX6" fmla="*/ 4364565 w 4424680"/>
              <a:gd name="connsiteY6" fmla="*/ 360680 h 360680"/>
              <a:gd name="connsiteX7" fmla="*/ 330200 w 4424680"/>
              <a:gd name="connsiteY7" fmla="*/ 360680 h 360680"/>
              <a:gd name="connsiteX8" fmla="*/ 60115 w 4424680"/>
              <a:gd name="connsiteY8" fmla="*/ 360680 h 360680"/>
              <a:gd name="connsiteX9" fmla="*/ 0 w 4424680"/>
              <a:gd name="connsiteY9" fmla="*/ 300565 h 360680"/>
              <a:gd name="connsiteX10" fmla="*/ 0 w 4424680"/>
              <a:gd name="connsiteY10" fmla="*/ 60115 h 360680"/>
              <a:gd name="connsiteX0" fmla="*/ 0 w 4424680"/>
              <a:gd name="connsiteY0" fmla="*/ 60115 h 421640"/>
              <a:gd name="connsiteX1" fmla="*/ 60115 w 4424680"/>
              <a:gd name="connsiteY1" fmla="*/ 0 h 421640"/>
              <a:gd name="connsiteX2" fmla="*/ 350520 w 4424680"/>
              <a:gd name="connsiteY2" fmla="*/ 0 h 421640"/>
              <a:gd name="connsiteX3" fmla="*/ 4364565 w 4424680"/>
              <a:gd name="connsiteY3" fmla="*/ 0 h 421640"/>
              <a:gd name="connsiteX4" fmla="*/ 4424680 w 4424680"/>
              <a:gd name="connsiteY4" fmla="*/ 60115 h 421640"/>
              <a:gd name="connsiteX5" fmla="*/ 4424680 w 4424680"/>
              <a:gd name="connsiteY5" fmla="*/ 300565 h 421640"/>
              <a:gd name="connsiteX6" fmla="*/ 4364565 w 4424680"/>
              <a:gd name="connsiteY6" fmla="*/ 360680 h 421640"/>
              <a:gd name="connsiteX7" fmla="*/ 330200 w 4424680"/>
              <a:gd name="connsiteY7" fmla="*/ 360680 h 421640"/>
              <a:gd name="connsiteX8" fmla="*/ 60115 w 4424680"/>
              <a:gd name="connsiteY8" fmla="*/ 360680 h 421640"/>
              <a:gd name="connsiteX9" fmla="*/ 0 w 4424680"/>
              <a:gd name="connsiteY9" fmla="*/ 300565 h 421640"/>
              <a:gd name="connsiteX10" fmla="*/ 0 w 4424680"/>
              <a:gd name="connsiteY10" fmla="*/ 60115 h 421640"/>
              <a:gd name="connsiteX0" fmla="*/ 0 w 4449704"/>
              <a:gd name="connsiteY0" fmla="*/ 60115 h 2375415"/>
              <a:gd name="connsiteX1" fmla="*/ 60115 w 4449704"/>
              <a:gd name="connsiteY1" fmla="*/ 0 h 2375415"/>
              <a:gd name="connsiteX2" fmla="*/ 350520 w 4449704"/>
              <a:gd name="connsiteY2" fmla="*/ 0 h 2375415"/>
              <a:gd name="connsiteX3" fmla="*/ 4364565 w 4449704"/>
              <a:gd name="connsiteY3" fmla="*/ 0 h 2375415"/>
              <a:gd name="connsiteX4" fmla="*/ 4424680 w 4449704"/>
              <a:gd name="connsiteY4" fmla="*/ 60115 h 2375415"/>
              <a:gd name="connsiteX5" fmla="*/ 4424680 w 4449704"/>
              <a:gd name="connsiteY5" fmla="*/ 300565 h 2375415"/>
              <a:gd name="connsiteX6" fmla="*/ 4437706 w 4449704"/>
              <a:gd name="connsiteY6" fmla="*/ 2375415 h 2375415"/>
              <a:gd name="connsiteX7" fmla="*/ 330200 w 4449704"/>
              <a:gd name="connsiteY7" fmla="*/ 360680 h 2375415"/>
              <a:gd name="connsiteX8" fmla="*/ 60115 w 4449704"/>
              <a:gd name="connsiteY8" fmla="*/ 360680 h 2375415"/>
              <a:gd name="connsiteX9" fmla="*/ 0 w 4449704"/>
              <a:gd name="connsiteY9" fmla="*/ 300565 h 2375415"/>
              <a:gd name="connsiteX10" fmla="*/ 0 w 4449704"/>
              <a:gd name="connsiteY10" fmla="*/ 60115 h 2375415"/>
              <a:gd name="connsiteX0" fmla="*/ 0 w 4449705"/>
              <a:gd name="connsiteY0" fmla="*/ 60115 h 2551042"/>
              <a:gd name="connsiteX1" fmla="*/ 60115 w 4449705"/>
              <a:gd name="connsiteY1" fmla="*/ 0 h 2551042"/>
              <a:gd name="connsiteX2" fmla="*/ 350520 w 4449705"/>
              <a:gd name="connsiteY2" fmla="*/ 0 h 2551042"/>
              <a:gd name="connsiteX3" fmla="*/ 4364565 w 4449705"/>
              <a:gd name="connsiteY3" fmla="*/ 0 h 2551042"/>
              <a:gd name="connsiteX4" fmla="*/ 4424680 w 4449705"/>
              <a:gd name="connsiteY4" fmla="*/ 60115 h 2551042"/>
              <a:gd name="connsiteX5" fmla="*/ 4424680 w 4449705"/>
              <a:gd name="connsiteY5" fmla="*/ 300565 h 2551042"/>
              <a:gd name="connsiteX6" fmla="*/ 4437706 w 4449705"/>
              <a:gd name="connsiteY6" fmla="*/ 2375415 h 2551042"/>
              <a:gd name="connsiteX7" fmla="*/ 330200 w 4449705"/>
              <a:gd name="connsiteY7" fmla="*/ 360680 h 2551042"/>
              <a:gd name="connsiteX8" fmla="*/ 96684 w 4449705"/>
              <a:gd name="connsiteY8" fmla="*/ 2551043 h 2551042"/>
              <a:gd name="connsiteX9" fmla="*/ 0 w 4449705"/>
              <a:gd name="connsiteY9" fmla="*/ 300565 h 2551042"/>
              <a:gd name="connsiteX10" fmla="*/ 0 w 4449705"/>
              <a:gd name="connsiteY10" fmla="*/ 60115 h 2551042"/>
              <a:gd name="connsiteX0" fmla="*/ 48759 w 4498464"/>
              <a:gd name="connsiteY0" fmla="*/ 60115 h 2594369"/>
              <a:gd name="connsiteX1" fmla="*/ 108874 w 4498464"/>
              <a:gd name="connsiteY1" fmla="*/ 0 h 2594369"/>
              <a:gd name="connsiteX2" fmla="*/ 399279 w 4498464"/>
              <a:gd name="connsiteY2" fmla="*/ 0 h 2594369"/>
              <a:gd name="connsiteX3" fmla="*/ 4413324 w 4498464"/>
              <a:gd name="connsiteY3" fmla="*/ 0 h 2594369"/>
              <a:gd name="connsiteX4" fmla="*/ 4473439 w 4498464"/>
              <a:gd name="connsiteY4" fmla="*/ 60115 h 2594369"/>
              <a:gd name="connsiteX5" fmla="*/ 4473439 w 4498464"/>
              <a:gd name="connsiteY5" fmla="*/ 300565 h 2594369"/>
              <a:gd name="connsiteX6" fmla="*/ 4486465 w 4498464"/>
              <a:gd name="connsiteY6" fmla="*/ 2375415 h 2594369"/>
              <a:gd name="connsiteX7" fmla="*/ 378959 w 4498464"/>
              <a:gd name="connsiteY7" fmla="*/ 360680 h 2594369"/>
              <a:gd name="connsiteX8" fmla="*/ 145443 w 4498464"/>
              <a:gd name="connsiteY8" fmla="*/ 2551043 h 2594369"/>
              <a:gd name="connsiteX9" fmla="*/ 0 w 4498464"/>
              <a:gd name="connsiteY9" fmla="*/ 2585168 h 2594369"/>
              <a:gd name="connsiteX10" fmla="*/ 48759 w 4498464"/>
              <a:gd name="connsiteY10" fmla="*/ 60115 h 2594369"/>
              <a:gd name="connsiteX0" fmla="*/ 48759 w 4498464"/>
              <a:gd name="connsiteY0" fmla="*/ 60115 h 2594369"/>
              <a:gd name="connsiteX1" fmla="*/ 108874 w 4498464"/>
              <a:gd name="connsiteY1" fmla="*/ 0 h 2594369"/>
              <a:gd name="connsiteX2" fmla="*/ 399279 w 4498464"/>
              <a:gd name="connsiteY2" fmla="*/ 0 h 2594369"/>
              <a:gd name="connsiteX3" fmla="*/ 4413324 w 4498464"/>
              <a:gd name="connsiteY3" fmla="*/ 0 h 2594369"/>
              <a:gd name="connsiteX4" fmla="*/ 4473439 w 4498464"/>
              <a:gd name="connsiteY4" fmla="*/ 60115 h 2594369"/>
              <a:gd name="connsiteX5" fmla="*/ 4473439 w 4498464"/>
              <a:gd name="connsiteY5" fmla="*/ 300565 h 2594369"/>
              <a:gd name="connsiteX6" fmla="*/ 4486465 w 4498464"/>
              <a:gd name="connsiteY6" fmla="*/ 2375415 h 2594369"/>
              <a:gd name="connsiteX7" fmla="*/ 549626 w 4498464"/>
              <a:gd name="connsiteY7" fmla="*/ 2515862 h 2594369"/>
              <a:gd name="connsiteX8" fmla="*/ 145443 w 4498464"/>
              <a:gd name="connsiteY8" fmla="*/ 2551043 h 2594369"/>
              <a:gd name="connsiteX9" fmla="*/ 0 w 4498464"/>
              <a:gd name="connsiteY9" fmla="*/ 2585168 h 2594369"/>
              <a:gd name="connsiteX10" fmla="*/ 48759 w 4498464"/>
              <a:gd name="connsiteY10" fmla="*/ 60115 h 2594369"/>
              <a:gd name="connsiteX0" fmla="*/ 48759 w 4498464"/>
              <a:gd name="connsiteY0" fmla="*/ 60115 h 2594369"/>
              <a:gd name="connsiteX1" fmla="*/ 108874 w 4498464"/>
              <a:gd name="connsiteY1" fmla="*/ 0 h 2594369"/>
              <a:gd name="connsiteX2" fmla="*/ 399279 w 4498464"/>
              <a:gd name="connsiteY2" fmla="*/ 0 h 2594369"/>
              <a:gd name="connsiteX3" fmla="*/ 4413324 w 4498464"/>
              <a:gd name="connsiteY3" fmla="*/ 0 h 2594369"/>
              <a:gd name="connsiteX4" fmla="*/ 4473439 w 4498464"/>
              <a:gd name="connsiteY4" fmla="*/ 60115 h 2594369"/>
              <a:gd name="connsiteX5" fmla="*/ 4473439 w 4498464"/>
              <a:gd name="connsiteY5" fmla="*/ 300565 h 2594369"/>
              <a:gd name="connsiteX6" fmla="*/ 4486465 w 4498464"/>
              <a:gd name="connsiteY6" fmla="*/ 2375415 h 2594369"/>
              <a:gd name="connsiteX7" fmla="*/ 513055 w 4498464"/>
              <a:gd name="connsiteY7" fmla="*/ 2410445 h 2594369"/>
              <a:gd name="connsiteX8" fmla="*/ 145443 w 4498464"/>
              <a:gd name="connsiteY8" fmla="*/ 2551043 h 2594369"/>
              <a:gd name="connsiteX9" fmla="*/ 0 w 4498464"/>
              <a:gd name="connsiteY9" fmla="*/ 2585168 h 2594369"/>
              <a:gd name="connsiteX10" fmla="*/ 48759 w 4498464"/>
              <a:gd name="connsiteY10" fmla="*/ 60115 h 2594369"/>
              <a:gd name="connsiteX0" fmla="*/ 48759 w 4498464"/>
              <a:gd name="connsiteY0" fmla="*/ 60115 h 2633034"/>
              <a:gd name="connsiteX1" fmla="*/ 108874 w 4498464"/>
              <a:gd name="connsiteY1" fmla="*/ 0 h 2633034"/>
              <a:gd name="connsiteX2" fmla="*/ 399279 w 4498464"/>
              <a:gd name="connsiteY2" fmla="*/ 0 h 2633034"/>
              <a:gd name="connsiteX3" fmla="*/ 4413324 w 4498464"/>
              <a:gd name="connsiteY3" fmla="*/ 0 h 2633034"/>
              <a:gd name="connsiteX4" fmla="*/ 4473439 w 4498464"/>
              <a:gd name="connsiteY4" fmla="*/ 60115 h 2633034"/>
              <a:gd name="connsiteX5" fmla="*/ 4473439 w 4498464"/>
              <a:gd name="connsiteY5" fmla="*/ 300565 h 2633034"/>
              <a:gd name="connsiteX6" fmla="*/ 4486465 w 4498464"/>
              <a:gd name="connsiteY6" fmla="*/ 2375415 h 2633034"/>
              <a:gd name="connsiteX7" fmla="*/ 513055 w 4498464"/>
              <a:gd name="connsiteY7" fmla="*/ 2410445 h 2633034"/>
              <a:gd name="connsiteX8" fmla="*/ 255158 w 4498464"/>
              <a:gd name="connsiteY8" fmla="*/ 2633034 h 2633034"/>
              <a:gd name="connsiteX9" fmla="*/ 0 w 4498464"/>
              <a:gd name="connsiteY9" fmla="*/ 2585168 h 2633034"/>
              <a:gd name="connsiteX10" fmla="*/ 48759 w 4498464"/>
              <a:gd name="connsiteY10" fmla="*/ 60115 h 2633034"/>
              <a:gd name="connsiteX0" fmla="*/ 48759 w 4498464"/>
              <a:gd name="connsiteY0" fmla="*/ 60115 h 2775446"/>
              <a:gd name="connsiteX1" fmla="*/ 108874 w 4498464"/>
              <a:gd name="connsiteY1" fmla="*/ 0 h 2775446"/>
              <a:gd name="connsiteX2" fmla="*/ 399279 w 4498464"/>
              <a:gd name="connsiteY2" fmla="*/ 0 h 2775446"/>
              <a:gd name="connsiteX3" fmla="*/ 4413324 w 4498464"/>
              <a:gd name="connsiteY3" fmla="*/ 0 h 2775446"/>
              <a:gd name="connsiteX4" fmla="*/ 4473439 w 4498464"/>
              <a:gd name="connsiteY4" fmla="*/ 60115 h 2775446"/>
              <a:gd name="connsiteX5" fmla="*/ 4473439 w 4498464"/>
              <a:gd name="connsiteY5" fmla="*/ 300565 h 2775446"/>
              <a:gd name="connsiteX6" fmla="*/ 4486465 w 4498464"/>
              <a:gd name="connsiteY6" fmla="*/ 2375415 h 2775446"/>
              <a:gd name="connsiteX7" fmla="*/ 513055 w 4498464"/>
              <a:gd name="connsiteY7" fmla="*/ 2410445 h 2775446"/>
              <a:gd name="connsiteX8" fmla="*/ 255158 w 4498464"/>
              <a:gd name="connsiteY8" fmla="*/ 2633034 h 2775446"/>
              <a:gd name="connsiteX9" fmla="*/ 121892 w 4498464"/>
              <a:gd name="connsiteY9" fmla="*/ 2600113 h 2775446"/>
              <a:gd name="connsiteX10" fmla="*/ 0 w 4498464"/>
              <a:gd name="connsiteY10" fmla="*/ 2585168 h 2775446"/>
              <a:gd name="connsiteX11" fmla="*/ 48759 w 4498464"/>
              <a:gd name="connsiteY11" fmla="*/ 60115 h 2775446"/>
              <a:gd name="connsiteX0" fmla="*/ 48759 w 4498464"/>
              <a:gd name="connsiteY0" fmla="*/ 60115 h 2775446"/>
              <a:gd name="connsiteX1" fmla="*/ 108874 w 4498464"/>
              <a:gd name="connsiteY1" fmla="*/ 0 h 2775446"/>
              <a:gd name="connsiteX2" fmla="*/ 399279 w 4498464"/>
              <a:gd name="connsiteY2" fmla="*/ 0 h 2775446"/>
              <a:gd name="connsiteX3" fmla="*/ 4413324 w 4498464"/>
              <a:gd name="connsiteY3" fmla="*/ 0 h 2775446"/>
              <a:gd name="connsiteX4" fmla="*/ 4473439 w 4498464"/>
              <a:gd name="connsiteY4" fmla="*/ 60115 h 2775446"/>
              <a:gd name="connsiteX5" fmla="*/ 4473439 w 4498464"/>
              <a:gd name="connsiteY5" fmla="*/ 300565 h 2775446"/>
              <a:gd name="connsiteX6" fmla="*/ 4486465 w 4498464"/>
              <a:gd name="connsiteY6" fmla="*/ 2375415 h 2775446"/>
              <a:gd name="connsiteX7" fmla="*/ 513055 w 4498464"/>
              <a:gd name="connsiteY7" fmla="*/ 2410445 h 2775446"/>
              <a:gd name="connsiteX8" fmla="*/ 513598 w 4498464"/>
              <a:gd name="connsiteY8" fmla="*/ 2672763 h 2775446"/>
              <a:gd name="connsiteX9" fmla="*/ 121892 w 4498464"/>
              <a:gd name="connsiteY9" fmla="*/ 2600113 h 2775446"/>
              <a:gd name="connsiteX10" fmla="*/ 0 w 4498464"/>
              <a:gd name="connsiteY10" fmla="*/ 2585168 h 2775446"/>
              <a:gd name="connsiteX11" fmla="*/ 48759 w 4498464"/>
              <a:gd name="connsiteY11" fmla="*/ 60115 h 2775446"/>
              <a:gd name="connsiteX0" fmla="*/ 48759 w 4498464"/>
              <a:gd name="connsiteY0" fmla="*/ 60115 h 2729290"/>
              <a:gd name="connsiteX1" fmla="*/ 108874 w 4498464"/>
              <a:gd name="connsiteY1" fmla="*/ 0 h 2729290"/>
              <a:gd name="connsiteX2" fmla="*/ 399279 w 4498464"/>
              <a:gd name="connsiteY2" fmla="*/ 0 h 2729290"/>
              <a:gd name="connsiteX3" fmla="*/ 4413324 w 4498464"/>
              <a:gd name="connsiteY3" fmla="*/ 0 h 2729290"/>
              <a:gd name="connsiteX4" fmla="*/ 4473439 w 4498464"/>
              <a:gd name="connsiteY4" fmla="*/ 60115 h 2729290"/>
              <a:gd name="connsiteX5" fmla="*/ 4473439 w 4498464"/>
              <a:gd name="connsiteY5" fmla="*/ 300565 h 2729290"/>
              <a:gd name="connsiteX6" fmla="*/ 4486465 w 4498464"/>
              <a:gd name="connsiteY6" fmla="*/ 2375415 h 2729290"/>
              <a:gd name="connsiteX7" fmla="*/ 513055 w 4498464"/>
              <a:gd name="connsiteY7" fmla="*/ 2410445 h 2729290"/>
              <a:gd name="connsiteX8" fmla="*/ 513598 w 4498464"/>
              <a:gd name="connsiteY8" fmla="*/ 2672763 h 2729290"/>
              <a:gd name="connsiteX9" fmla="*/ 307968 w 4498464"/>
              <a:gd name="connsiteY9" fmla="*/ 2371664 h 2729290"/>
              <a:gd name="connsiteX10" fmla="*/ 0 w 4498464"/>
              <a:gd name="connsiteY10" fmla="*/ 2585168 h 2729290"/>
              <a:gd name="connsiteX11" fmla="*/ 48759 w 4498464"/>
              <a:gd name="connsiteY11" fmla="*/ 60115 h 2729290"/>
              <a:gd name="connsiteX0" fmla="*/ 48759 w 4498464"/>
              <a:gd name="connsiteY0" fmla="*/ 60115 h 2674928"/>
              <a:gd name="connsiteX1" fmla="*/ 108874 w 4498464"/>
              <a:gd name="connsiteY1" fmla="*/ 0 h 2674928"/>
              <a:gd name="connsiteX2" fmla="*/ 399279 w 4498464"/>
              <a:gd name="connsiteY2" fmla="*/ 0 h 2674928"/>
              <a:gd name="connsiteX3" fmla="*/ 4413324 w 4498464"/>
              <a:gd name="connsiteY3" fmla="*/ 0 h 2674928"/>
              <a:gd name="connsiteX4" fmla="*/ 4473439 w 4498464"/>
              <a:gd name="connsiteY4" fmla="*/ 60115 h 2674928"/>
              <a:gd name="connsiteX5" fmla="*/ 4473439 w 4498464"/>
              <a:gd name="connsiteY5" fmla="*/ 300565 h 2674928"/>
              <a:gd name="connsiteX6" fmla="*/ 4486465 w 4498464"/>
              <a:gd name="connsiteY6" fmla="*/ 2375415 h 2674928"/>
              <a:gd name="connsiteX7" fmla="*/ 513055 w 4498464"/>
              <a:gd name="connsiteY7" fmla="*/ 2410445 h 2674928"/>
              <a:gd name="connsiteX8" fmla="*/ 513598 w 4498464"/>
              <a:gd name="connsiteY8" fmla="*/ 2672763 h 2674928"/>
              <a:gd name="connsiteX9" fmla="*/ 307968 w 4498464"/>
              <a:gd name="connsiteY9" fmla="*/ 2371664 h 2674928"/>
              <a:gd name="connsiteX10" fmla="*/ 0 w 4498464"/>
              <a:gd name="connsiteY10" fmla="*/ 2585168 h 2674928"/>
              <a:gd name="connsiteX11" fmla="*/ 48759 w 4498464"/>
              <a:gd name="connsiteY11" fmla="*/ 60115 h 2674928"/>
              <a:gd name="connsiteX0" fmla="*/ 48759 w 4498464"/>
              <a:gd name="connsiteY0" fmla="*/ 60115 h 2676064"/>
              <a:gd name="connsiteX1" fmla="*/ 108874 w 4498464"/>
              <a:gd name="connsiteY1" fmla="*/ 0 h 2676064"/>
              <a:gd name="connsiteX2" fmla="*/ 399279 w 4498464"/>
              <a:gd name="connsiteY2" fmla="*/ 0 h 2676064"/>
              <a:gd name="connsiteX3" fmla="*/ 4413324 w 4498464"/>
              <a:gd name="connsiteY3" fmla="*/ 0 h 2676064"/>
              <a:gd name="connsiteX4" fmla="*/ 4473439 w 4498464"/>
              <a:gd name="connsiteY4" fmla="*/ 60115 h 2676064"/>
              <a:gd name="connsiteX5" fmla="*/ 4473439 w 4498464"/>
              <a:gd name="connsiteY5" fmla="*/ 300565 h 2676064"/>
              <a:gd name="connsiteX6" fmla="*/ 4486465 w 4498464"/>
              <a:gd name="connsiteY6" fmla="*/ 2375415 h 2676064"/>
              <a:gd name="connsiteX7" fmla="*/ 513055 w 4498464"/>
              <a:gd name="connsiteY7" fmla="*/ 2410445 h 2676064"/>
              <a:gd name="connsiteX8" fmla="*/ 513598 w 4498464"/>
              <a:gd name="connsiteY8" fmla="*/ 2672763 h 2676064"/>
              <a:gd name="connsiteX9" fmla="*/ 307968 w 4498464"/>
              <a:gd name="connsiteY9" fmla="*/ 2490873 h 2676064"/>
              <a:gd name="connsiteX10" fmla="*/ 0 w 4498464"/>
              <a:gd name="connsiteY10" fmla="*/ 2585168 h 2676064"/>
              <a:gd name="connsiteX11" fmla="*/ 48759 w 4498464"/>
              <a:gd name="connsiteY11" fmla="*/ 60115 h 2676064"/>
              <a:gd name="connsiteX0" fmla="*/ 48759 w 4498464"/>
              <a:gd name="connsiteY0" fmla="*/ 60115 h 2617628"/>
              <a:gd name="connsiteX1" fmla="*/ 108874 w 4498464"/>
              <a:gd name="connsiteY1" fmla="*/ 0 h 2617628"/>
              <a:gd name="connsiteX2" fmla="*/ 399279 w 4498464"/>
              <a:gd name="connsiteY2" fmla="*/ 0 h 2617628"/>
              <a:gd name="connsiteX3" fmla="*/ 4413324 w 4498464"/>
              <a:gd name="connsiteY3" fmla="*/ 0 h 2617628"/>
              <a:gd name="connsiteX4" fmla="*/ 4473439 w 4498464"/>
              <a:gd name="connsiteY4" fmla="*/ 60115 h 2617628"/>
              <a:gd name="connsiteX5" fmla="*/ 4473439 w 4498464"/>
              <a:gd name="connsiteY5" fmla="*/ 300565 h 2617628"/>
              <a:gd name="connsiteX6" fmla="*/ 4486465 w 4498464"/>
              <a:gd name="connsiteY6" fmla="*/ 2375415 h 2617628"/>
              <a:gd name="connsiteX7" fmla="*/ 513055 w 4498464"/>
              <a:gd name="connsiteY7" fmla="*/ 2410445 h 2617628"/>
              <a:gd name="connsiteX8" fmla="*/ 379209 w 4498464"/>
              <a:gd name="connsiteY8" fmla="*/ 2613153 h 2617628"/>
              <a:gd name="connsiteX9" fmla="*/ 307968 w 4498464"/>
              <a:gd name="connsiteY9" fmla="*/ 2490873 h 2617628"/>
              <a:gd name="connsiteX10" fmla="*/ 0 w 4498464"/>
              <a:gd name="connsiteY10" fmla="*/ 2585168 h 2617628"/>
              <a:gd name="connsiteX11" fmla="*/ 48759 w 4498464"/>
              <a:gd name="connsiteY11" fmla="*/ 60115 h 2617628"/>
              <a:gd name="connsiteX0" fmla="*/ 48759 w 4498464"/>
              <a:gd name="connsiteY0" fmla="*/ 60115 h 2627867"/>
              <a:gd name="connsiteX1" fmla="*/ 108874 w 4498464"/>
              <a:gd name="connsiteY1" fmla="*/ 0 h 2627867"/>
              <a:gd name="connsiteX2" fmla="*/ 399279 w 4498464"/>
              <a:gd name="connsiteY2" fmla="*/ 0 h 2627867"/>
              <a:gd name="connsiteX3" fmla="*/ 4413324 w 4498464"/>
              <a:gd name="connsiteY3" fmla="*/ 0 h 2627867"/>
              <a:gd name="connsiteX4" fmla="*/ 4473439 w 4498464"/>
              <a:gd name="connsiteY4" fmla="*/ 60115 h 2627867"/>
              <a:gd name="connsiteX5" fmla="*/ 4473439 w 4498464"/>
              <a:gd name="connsiteY5" fmla="*/ 300565 h 2627867"/>
              <a:gd name="connsiteX6" fmla="*/ 4486465 w 4498464"/>
              <a:gd name="connsiteY6" fmla="*/ 2375415 h 2627867"/>
              <a:gd name="connsiteX7" fmla="*/ 492379 w 4498464"/>
              <a:gd name="connsiteY7" fmla="*/ 2539569 h 2627867"/>
              <a:gd name="connsiteX8" fmla="*/ 379209 w 4498464"/>
              <a:gd name="connsiteY8" fmla="*/ 2613153 h 2627867"/>
              <a:gd name="connsiteX9" fmla="*/ 307968 w 4498464"/>
              <a:gd name="connsiteY9" fmla="*/ 2490873 h 2627867"/>
              <a:gd name="connsiteX10" fmla="*/ 0 w 4498464"/>
              <a:gd name="connsiteY10" fmla="*/ 2585168 h 2627867"/>
              <a:gd name="connsiteX11" fmla="*/ 48759 w 4498464"/>
              <a:gd name="connsiteY11" fmla="*/ 60115 h 2627867"/>
              <a:gd name="connsiteX0" fmla="*/ 48759 w 4508696"/>
              <a:gd name="connsiteY0" fmla="*/ 60115 h 2627866"/>
              <a:gd name="connsiteX1" fmla="*/ 108874 w 4508696"/>
              <a:gd name="connsiteY1" fmla="*/ 0 h 2627866"/>
              <a:gd name="connsiteX2" fmla="*/ 399279 w 4508696"/>
              <a:gd name="connsiteY2" fmla="*/ 0 h 2627866"/>
              <a:gd name="connsiteX3" fmla="*/ 4413324 w 4508696"/>
              <a:gd name="connsiteY3" fmla="*/ 0 h 2627866"/>
              <a:gd name="connsiteX4" fmla="*/ 4473439 w 4508696"/>
              <a:gd name="connsiteY4" fmla="*/ 60115 h 2627866"/>
              <a:gd name="connsiteX5" fmla="*/ 4473439 w 4508696"/>
              <a:gd name="connsiteY5" fmla="*/ 300565 h 2627866"/>
              <a:gd name="connsiteX6" fmla="*/ 4498464 w 4508696"/>
              <a:gd name="connsiteY6" fmla="*/ 2583989 h 2627866"/>
              <a:gd name="connsiteX7" fmla="*/ 492379 w 4508696"/>
              <a:gd name="connsiteY7" fmla="*/ 2539569 h 2627866"/>
              <a:gd name="connsiteX8" fmla="*/ 379209 w 4508696"/>
              <a:gd name="connsiteY8" fmla="*/ 2613153 h 2627866"/>
              <a:gd name="connsiteX9" fmla="*/ 307968 w 4508696"/>
              <a:gd name="connsiteY9" fmla="*/ 2490873 h 2627866"/>
              <a:gd name="connsiteX10" fmla="*/ 0 w 4508696"/>
              <a:gd name="connsiteY10" fmla="*/ 2585168 h 2627866"/>
              <a:gd name="connsiteX11" fmla="*/ 48759 w 4508696"/>
              <a:gd name="connsiteY11" fmla="*/ 60115 h 2627866"/>
              <a:gd name="connsiteX0" fmla="*/ 28081 w 4488017"/>
              <a:gd name="connsiteY0" fmla="*/ 60115 h 2627866"/>
              <a:gd name="connsiteX1" fmla="*/ 88196 w 4488017"/>
              <a:gd name="connsiteY1" fmla="*/ 0 h 2627866"/>
              <a:gd name="connsiteX2" fmla="*/ 378601 w 4488017"/>
              <a:gd name="connsiteY2" fmla="*/ 0 h 2627866"/>
              <a:gd name="connsiteX3" fmla="*/ 4392646 w 4488017"/>
              <a:gd name="connsiteY3" fmla="*/ 0 h 2627866"/>
              <a:gd name="connsiteX4" fmla="*/ 4452761 w 4488017"/>
              <a:gd name="connsiteY4" fmla="*/ 60115 h 2627866"/>
              <a:gd name="connsiteX5" fmla="*/ 4452761 w 4488017"/>
              <a:gd name="connsiteY5" fmla="*/ 300565 h 2627866"/>
              <a:gd name="connsiteX6" fmla="*/ 4477786 w 4488017"/>
              <a:gd name="connsiteY6" fmla="*/ 2583989 h 2627866"/>
              <a:gd name="connsiteX7" fmla="*/ 471701 w 4488017"/>
              <a:gd name="connsiteY7" fmla="*/ 2539569 h 2627866"/>
              <a:gd name="connsiteX8" fmla="*/ 358531 w 4488017"/>
              <a:gd name="connsiteY8" fmla="*/ 2613153 h 2627866"/>
              <a:gd name="connsiteX9" fmla="*/ 287290 w 4488017"/>
              <a:gd name="connsiteY9" fmla="*/ 2490873 h 2627866"/>
              <a:gd name="connsiteX10" fmla="*/ 0 w 4488017"/>
              <a:gd name="connsiteY10" fmla="*/ 2545439 h 2627866"/>
              <a:gd name="connsiteX11" fmla="*/ 28081 w 4488017"/>
              <a:gd name="connsiteY11" fmla="*/ 60115 h 262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88017" h="2627866">
                <a:moveTo>
                  <a:pt x="28081" y="60115"/>
                </a:moveTo>
                <a:cubicBezTo>
                  <a:pt x="28081" y="26914"/>
                  <a:pt x="54995" y="0"/>
                  <a:pt x="88196" y="0"/>
                </a:cubicBezTo>
                <a:cubicBezTo>
                  <a:pt x="184998" y="0"/>
                  <a:pt x="236079" y="121920"/>
                  <a:pt x="378601" y="0"/>
                </a:cubicBezTo>
                <a:lnTo>
                  <a:pt x="4392646" y="0"/>
                </a:lnTo>
                <a:cubicBezTo>
                  <a:pt x="4425847" y="0"/>
                  <a:pt x="4452761" y="26914"/>
                  <a:pt x="4452761" y="60115"/>
                </a:cubicBezTo>
                <a:lnTo>
                  <a:pt x="4452761" y="300565"/>
                </a:lnTo>
                <a:cubicBezTo>
                  <a:pt x="4452761" y="333766"/>
                  <a:pt x="4510987" y="2583989"/>
                  <a:pt x="4477786" y="2583989"/>
                </a:cubicBezTo>
                <a:lnTo>
                  <a:pt x="471701" y="2539569"/>
                </a:lnTo>
                <a:cubicBezTo>
                  <a:pt x="280073" y="2676729"/>
                  <a:pt x="448559" y="2613153"/>
                  <a:pt x="358531" y="2613153"/>
                </a:cubicBezTo>
                <a:cubicBezTo>
                  <a:pt x="293337" y="2644764"/>
                  <a:pt x="329816" y="2498851"/>
                  <a:pt x="287290" y="2490873"/>
                </a:cubicBezTo>
                <a:cubicBezTo>
                  <a:pt x="244764" y="2482895"/>
                  <a:pt x="332653" y="2531672"/>
                  <a:pt x="0" y="2545439"/>
                </a:cubicBezTo>
                <a:lnTo>
                  <a:pt x="28081" y="6011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1200" kern="100" dirty="0" err="1">
                <a:ea typeface="新細明體" panose="02020500000000000000" pitchFamily="18" charset="-120"/>
                <a:cs typeface="Times New Roman" panose="02020603050405020304" pitchFamily="18" charset="0"/>
              </a:rPr>
              <a:t>iMi</a:t>
            </a:r>
            <a:r>
              <a:rPr lang="zh-TW" altLang="en-US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物流模組</a:t>
            </a:r>
            <a:r>
              <a:rPr lang="en-US" altLang="zh-TW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UNO</a:t>
            </a:r>
            <a:r>
              <a:rPr lang="zh-TW" altLang="en-US" sz="1200" kern="100" dirty="0">
                <a:ea typeface="新細明體" panose="02020500000000000000" pitchFamily="18" charset="-120"/>
                <a:cs typeface="Times New Roman" panose="02020603050405020304" pitchFamily="18" charset="0"/>
              </a:rPr>
              <a:t>初始化</a:t>
            </a:r>
            <a:endParaRPr lang="en-US" altLang="zh-TW" sz="1200" kern="100" dirty="0"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  <a:spcAft>
                <a:spcPts val="0"/>
              </a:spcAft>
            </a:pPr>
            <a:r>
              <a:rPr lang="en-US" altLang="zh-TW" sz="1100" dirty="0" err="1">
                <a:solidFill>
                  <a:srgbClr val="FFFFFF"/>
                </a:solidFill>
                <a:cs typeface="Times New Roman" panose="02020603050405020304" pitchFamily="18" charset="0"/>
              </a:rPr>
              <a:t>CNC</a:t>
            </a:r>
            <a:r>
              <a:rPr lang="zh-TW" altLang="en-US" sz="1100" dirty="0">
                <a:solidFill>
                  <a:srgbClr val="FFFFFF"/>
                </a:solidFill>
                <a:cs typeface="Times New Roman" panose="02020603050405020304" pitchFamily="18" charset="0"/>
              </a:rPr>
              <a:t>腳位</a:t>
            </a:r>
            <a:endParaRPr lang="zh-TW" altLang="zh-TW" sz="1100" dirty="0">
              <a:latin typeface="新細明體" panose="02020500000000000000" pitchFamily="18" charset="-120"/>
              <a:cs typeface="新細明體" panose="02020500000000000000" pitchFamily="18" charset="-120"/>
            </a:endParaRPr>
          </a:p>
          <a:p>
            <a:pPr>
              <a:lnSpc>
                <a:spcPts val="2400"/>
              </a:lnSpc>
              <a:spcAft>
                <a:spcPts val="0"/>
              </a:spcAft>
            </a:pPr>
            <a:r>
              <a:rPr lang="en-US" altLang="zh-TW" sz="1100" dirty="0" err="1">
                <a:solidFill>
                  <a:srgbClr val="FFFFFF"/>
                </a:solidFill>
                <a:cs typeface="Times New Roman" panose="02020603050405020304" pitchFamily="18" charset="0"/>
              </a:rPr>
              <a:t>UART</a:t>
            </a:r>
            <a:r>
              <a:rPr lang="zh-TW" altLang="en-US" sz="1100" dirty="0">
                <a:solidFill>
                  <a:srgbClr val="FFFFFF"/>
                </a:solidFill>
                <a:cs typeface="Times New Roman" panose="02020603050405020304" pitchFamily="18" charset="0"/>
              </a:rPr>
              <a:t>通訊</a:t>
            </a:r>
            <a:endParaRPr lang="zh-TW" altLang="zh-TW" sz="1100" dirty="0">
              <a:latin typeface="新細明體" panose="02020500000000000000" pitchFamily="18" charset="-120"/>
              <a:cs typeface="新細明體" panose="02020500000000000000" pitchFamily="18" charset="-120"/>
            </a:endParaRPr>
          </a:p>
          <a:p>
            <a:pPr>
              <a:lnSpc>
                <a:spcPts val="2400"/>
              </a:lnSpc>
              <a:spcAft>
                <a:spcPts val="0"/>
              </a:spcAft>
            </a:pPr>
            <a:r>
              <a:rPr lang="zh-TW" altLang="en-US" sz="1100" dirty="0">
                <a:solidFill>
                  <a:srgbClr val="FFFFFF"/>
                </a:solidFill>
                <a:cs typeface="Times New Roman" panose="02020603050405020304" pitchFamily="18" charset="0"/>
              </a:rPr>
              <a:t>撿貨伺服馬達</a:t>
            </a:r>
            <a:endParaRPr lang="zh-TW" altLang="zh-TW" sz="1100" dirty="0">
              <a:latin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8463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653</TotalTime>
  <Words>142</Words>
  <Application>Microsoft Office PowerPoint</Application>
  <PresentationFormat>寬螢幕</PresentationFormat>
  <Paragraphs>48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AMANI</dc:creator>
  <cp:lastModifiedBy>慶哲 林</cp:lastModifiedBy>
  <cp:revision>42</cp:revision>
  <dcterms:created xsi:type="dcterms:W3CDTF">2023-12-14T09:26:15Z</dcterms:created>
  <dcterms:modified xsi:type="dcterms:W3CDTF">2024-01-08T07:48:56Z</dcterms:modified>
</cp:coreProperties>
</file>